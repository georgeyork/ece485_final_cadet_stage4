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7162800" cy="94488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B8C5CB-D7E0-4725-8147-4C8E1FC0E192}" v="26" dt="2026-05-15T18:23:51.70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>
        <p:scale>
          <a:sx n="95" d="100"/>
          <a:sy n="95" d="100"/>
        </p:scale>
        <p:origin x="33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rk, George W CIV USAF USAFA DF/DFEC" userId="1fb5875a-4594-4db2-80fb-f0db3de11280" providerId="ADAL" clId="{09330963-85FD-4C99-A81B-94D0EE5CFFEB}"/>
    <pc:docChg chg="undo custSel modSld">
      <pc:chgData name="York, George W CIV USAF USAFA DF/DFEC" userId="1fb5875a-4594-4db2-80fb-f0db3de11280" providerId="ADAL" clId="{09330963-85FD-4C99-A81B-94D0EE5CFFEB}" dt="2026-05-15T18:24:09.257" v="224" actId="20577"/>
      <pc:docMkLst>
        <pc:docMk/>
      </pc:docMkLst>
      <pc:sldChg chg="addSp delSp modSp mod">
        <pc:chgData name="York, George W CIV USAF USAFA DF/DFEC" userId="1fb5875a-4594-4db2-80fb-f0db3de11280" providerId="ADAL" clId="{09330963-85FD-4C99-A81B-94D0EE5CFFEB}" dt="2026-05-15T18:24:09.257" v="224" actId="20577"/>
        <pc:sldMkLst>
          <pc:docMk/>
          <pc:sldMk cId="1501170907" sldId="256"/>
        </pc:sldMkLst>
        <pc:spChg chg="mod">
          <ac:chgData name="York, George W CIV USAF USAFA DF/DFEC" userId="1fb5875a-4594-4db2-80fb-f0db3de11280" providerId="ADAL" clId="{09330963-85FD-4C99-A81B-94D0EE5CFFEB}" dt="2026-05-15T17:16:38.513" v="56" actId="14100"/>
          <ac:spMkLst>
            <pc:docMk/>
            <pc:sldMk cId="1501170907" sldId="256"/>
            <ac:spMk id="2" creationId="{6AB6AF60-D791-21FB-8A86-0D04258DAA85}"/>
          </ac:spMkLst>
        </pc:spChg>
        <pc:spChg chg="mod">
          <ac:chgData name="York, George W CIV USAF USAFA DF/DFEC" userId="1fb5875a-4594-4db2-80fb-f0db3de11280" providerId="ADAL" clId="{09330963-85FD-4C99-A81B-94D0EE5CFFEB}" dt="2026-05-15T18:03:38.858" v="169" actId="14100"/>
          <ac:spMkLst>
            <pc:docMk/>
            <pc:sldMk cId="1501170907" sldId="256"/>
            <ac:spMk id="3" creationId="{13EB474B-DE86-EFAF-1F7B-17DC4F663F21}"/>
          </ac:spMkLst>
        </pc:spChg>
        <pc:spChg chg="mod">
          <ac:chgData name="York, George W CIV USAF USAFA DF/DFEC" userId="1fb5875a-4594-4db2-80fb-f0db3de11280" providerId="ADAL" clId="{09330963-85FD-4C99-A81B-94D0EE5CFFEB}" dt="2026-05-15T17:41:01.787" v="87" actId="1076"/>
          <ac:spMkLst>
            <pc:docMk/>
            <pc:sldMk cId="1501170907" sldId="256"/>
            <ac:spMk id="6" creationId="{FF02132D-A974-B4EB-7900-F8BED8A09AB0}"/>
          </ac:spMkLst>
        </pc:spChg>
        <pc:spChg chg="mod">
          <ac:chgData name="York, George W CIV USAF USAFA DF/DFEC" userId="1fb5875a-4594-4db2-80fb-f0db3de11280" providerId="ADAL" clId="{09330963-85FD-4C99-A81B-94D0EE5CFFEB}" dt="2026-05-15T17:41:01.787" v="87" actId="1076"/>
          <ac:spMkLst>
            <pc:docMk/>
            <pc:sldMk cId="1501170907" sldId="256"/>
            <ac:spMk id="7" creationId="{E9E2FF47-5A2B-0305-FCBA-6E39C9831663}"/>
          </ac:spMkLst>
        </pc:spChg>
        <pc:spChg chg="mod">
          <ac:chgData name="York, George W CIV USAF USAFA DF/DFEC" userId="1fb5875a-4594-4db2-80fb-f0db3de11280" providerId="ADAL" clId="{09330963-85FD-4C99-A81B-94D0EE5CFFEB}" dt="2026-05-15T17:41:01.787" v="87" actId="1076"/>
          <ac:spMkLst>
            <pc:docMk/>
            <pc:sldMk cId="1501170907" sldId="256"/>
            <ac:spMk id="8" creationId="{F0A752A1-6D5B-3A06-E499-B8A91491317E}"/>
          </ac:spMkLst>
        </pc:spChg>
        <pc:spChg chg="mod">
          <ac:chgData name="York, George W CIV USAF USAFA DF/DFEC" userId="1fb5875a-4594-4db2-80fb-f0db3de11280" providerId="ADAL" clId="{09330963-85FD-4C99-A81B-94D0EE5CFFEB}" dt="2026-05-15T17:41:01.787" v="87" actId="1076"/>
          <ac:spMkLst>
            <pc:docMk/>
            <pc:sldMk cId="1501170907" sldId="256"/>
            <ac:spMk id="9" creationId="{A280E26C-B122-EBF8-1BAE-F14C52F6765D}"/>
          </ac:spMkLst>
        </pc:spChg>
        <pc:spChg chg="mod">
          <ac:chgData name="York, George W CIV USAF USAFA DF/DFEC" userId="1fb5875a-4594-4db2-80fb-f0db3de11280" providerId="ADAL" clId="{09330963-85FD-4C99-A81B-94D0EE5CFFEB}" dt="2026-05-15T18:03:48.996" v="171" actId="14100"/>
          <ac:spMkLst>
            <pc:docMk/>
            <pc:sldMk cId="1501170907" sldId="256"/>
            <ac:spMk id="10" creationId="{B7ADE79B-19DD-529A-5879-5E22D4125189}"/>
          </ac:spMkLst>
        </pc:spChg>
        <pc:spChg chg="del">
          <ac:chgData name="York, George W CIV USAF USAFA DF/DFEC" userId="1fb5875a-4594-4db2-80fb-f0db3de11280" providerId="ADAL" clId="{09330963-85FD-4C99-A81B-94D0EE5CFFEB}" dt="2026-05-15T17:14:18.919" v="45" actId="478"/>
          <ac:spMkLst>
            <pc:docMk/>
            <pc:sldMk cId="1501170907" sldId="256"/>
            <ac:spMk id="17" creationId="{4480F685-AE09-0D32-5539-8E4975E6DF53}"/>
          </ac:spMkLst>
        </pc:spChg>
        <pc:spChg chg="mod">
          <ac:chgData name="York, George W CIV USAF USAFA DF/DFEC" userId="1fb5875a-4594-4db2-80fb-f0db3de11280" providerId="ADAL" clId="{09330963-85FD-4C99-A81B-94D0EE5CFFEB}" dt="2026-05-15T17:56:55.804" v="146" actId="1076"/>
          <ac:spMkLst>
            <pc:docMk/>
            <pc:sldMk cId="1501170907" sldId="256"/>
            <ac:spMk id="18" creationId="{71A85F51-CDCF-DFC4-A78B-5B79381B7901}"/>
          </ac:spMkLst>
        </pc:spChg>
        <pc:spChg chg="del">
          <ac:chgData name="York, George W CIV USAF USAFA DF/DFEC" userId="1fb5875a-4594-4db2-80fb-f0db3de11280" providerId="ADAL" clId="{09330963-85FD-4C99-A81B-94D0EE5CFFEB}" dt="2026-05-15T17:14:21.051" v="46" actId="478"/>
          <ac:spMkLst>
            <pc:docMk/>
            <pc:sldMk cId="1501170907" sldId="256"/>
            <ac:spMk id="26" creationId="{2AE4C0B7-D9E3-3907-9505-138DB1D14F87}"/>
          </ac:spMkLst>
        </pc:spChg>
        <pc:spChg chg="mod">
          <ac:chgData name="York, George W CIV USAF USAFA DF/DFEC" userId="1fb5875a-4594-4db2-80fb-f0db3de11280" providerId="ADAL" clId="{09330963-85FD-4C99-A81B-94D0EE5CFFEB}" dt="2026-05-15T17:55:14.310" v="132" actId="1076"/>
          <ac:spMkLst>
            <pc:docMk/>
            <pc:sldMk cId="1501170907" sldId="256"/>
            <ac:spMk id="32" creationId="{5964E24E-8C81-EFE0-AB26-0F6BAD08C8E1}"/>
          </ac:spMkLst>
        </pc:spChg>
        <pc:spChg chg="mod">
          <ac:chgData name="York, George W CIV USAF USAFA DF/DFEC" userId="1fb5875a-4594-4db2-80fb-f0db3de11280" providerId="ADAL" clId="{09330963-85FD-4C99-A81B-94D0EE5CFFEB}" dt="2026-05-15T17:55:14.310" v="132" actId="1076"/>
          <ac:spMkLst>
            <pc:docMk/>
            <pc:sldMk cId="1501170907" sldId="256"/>
            <ac:spMk id="34" creationId="{AAF8D060-B516-028F-A160-DDD58A9B4A1C}"/>
          </ac:spMkLst>
        </pc:spChg>
        <pc:spChg chg="del">
          <ac:chgData name="York, George W CIV USAF USAFA DF/DFEC" userId="1fb5875a-4594-4db2-80fb-f0db3de11280" providerId="ADAL" clId="{09330963-85FD-4C99-A81B-94D0EE5CFFEB}" dt="2026-05-15T17:16:47.486" v="57" actId="478"/>
          <ac:spMkLst>
            <pc:docMk/>
            <pc:sldMk cId="1501170907" sldId="256"/>
            <ac:spMk id="38" creationId="{9DC00663-BEA1-F516-A24E-D1358A5FA8D3}"/>
          </ac:spMkLst>
        </pc:spChg>
        <pc:spChg chg="del">
          <ac:chgData name="York, George W CIV USAF USAFA DF/DFEC" userId="1fb5875a-4594-4db2-80fb-f0db3de11280" providerId="ADAL" clId="{09330963-85FD-4C99-A81B-94D0EE5CFFEB}" dt="2026-05-15T17:16:47.486" v="57" actId="478"/>
          <ac:spMkLst>
            <pc:docMk/>
            <pc:sldMk cId="1501170907" sldId="256"/>
            <ac:spMk id="39" creationId="{6174F677-2B47-463D-4071-9231A2EAA9DF}"/>
          </ac:spMkLst>
        </pc:spChg>
        <pc:spChg chg="add mod">
          <ac:chgData name="York, George W CIV USAF USAFA DF/DFEC" userId="1fb5875a-4594-4db2-80fb-f0db3de11280" providerId="ADAL" clId="{09330963-85FD-4C99-A81B-94D0EE5CFFEB}" dt="2026-05-15T17:54:06.375" v="130" actId="14100"/>
          <ac:spMkLst>
            <pc:docMk/>
            <pc:sldMk cId="1501170907" sldId="256"/>
            <ac:spMk id="59" creationId="{3D2EB1C4-2755-0DE5-C940-8A0D147C2810}"/>
          </ac:spMkLst>
        </pc:spChg>
        <pc:spChg chg="add mod">
          <ac:chgData name="York, George W CIV USAF USAFA DF/DFEC" userId="1fb5875a-4594-4db2-80fb-f0db3de11280" providerId="ADAL" clId="{09330963-85FD-4C99-A81B-94D0EE5CFFEB}" dt="2026-05-15T17:54:15.215" v="131" actId="1076"/>
          <ac:spMkLst>
            <pc:docMk/>
            <pc:sldMk cId="1501170907" sldId="256"/>
            <ac:spMk id="66" creationId="{0BD10473-3570-2913-7509-96632D327051}"/>
          </ac:spMkLst>
        </pc:spChg>
        <pc:spChg chg="del mod">
          <ac:chgData name="York, George W CIV USAF USAFA DF/DFEC" userId="1fb5875a-4594-4db2-80fb-f0db3de11280" providerId="ADAL" clId="{09330963-85FD-4C99-A81B-94D0EE5CFFEB}" dt="2026-05-15T17:57:05.617" v="148" actId="21"/>
          <ac:spMkLst>
            <pc:docMk/>
            <pc:sldMk cId="1501170907" sldId="256"/>
            <ac:spMk id="151" creationId="{CD28274F-92E6-F852-6391-A717240DE2DF}"/>
          </ac:spMkLst>
        </pc:spChg>
        <pc:spChg chg="mod">
          <ac:chgData name="York, George W CIV USAF USAFA DF/DFEC" userId="1fb5875a-4594-4db2-80fb-f0db3de11280" providerId="ADAL" clId="{09330963-85FD-4C99-A81B-94D0EE5CFFEB}" dt="2026-05-15T17:39:51.608" v="85" actId="1076"/>
          <ac:spMkLst>
            <pc:docMk/>
            <pc:sldMk cId="1501170907" sldId="256"/>
            <ac:spMk id="156" creationId="{2566064C-F469-508F-113D-556CBC75A869}"/>
          </ac:spMkLst>
        </pc:spChg>
        <pc:spChg chg="add mod">
          <ac:chgData name="York, George W CIV USAF USAFA DF/DFEC" userId="1fb5875a-4594-4db2-80fb-f0db3de11280" providerId="ADAL" clId="{09330963-85FD-4C99-A81B-94D0EE5CFFEB}" dt="2026-05-15T17:17:29.574" v="59"/>
          <ac:spMkLst>
            <pc:docMk/>
            <pc:sldMk cId="1501170907" sldId="256"/>
            <ac:spMk id="181" creationId="{FBB6A677-BE42-45AD-A7A2-3879C2126822}"/>
          </ac:spMkLst>
        </pc:spChg>
        <pc:spChg chg="add mod">
          <ac:chgData name="York, George W CIV USAF USAFA DF/DFEC" userId="1fb5875a-4594-4db2-80fb-f0db3de11280" providerId="ADAL" clId="{09330963-85FD-4C99-A81B-94D0EE5CFFEB}" dt="2026-05-15T17:55:14.310" v="132" actId="1076"/>
          <ac:spMkLst>
            <pc:docMk/>
            <pc:sldMk cId="1501170907" sldId="256"/>
            <ac:spMk id="183" creationId="{3A847D55-8D2B-A033-F3EB-74FED50FA3DC}"/>
          </ac:spMkLst>
        </pc:spChg>
        <pc:spChg chg="add del mod">
          <ac:chgData name="York, George W CIV USAF USAFA DF/DFEC" userId="1fb5875a-4594-4db2-80fb-f0db3de11280" providerId="ADAL" clId="{09330963-85FD-4C99-A81B-94D0EE5CFFEB}" dt="2026-05-15T17:56:59.016" v="147" actId="478"/>
          <ac:spMkLst>
            <pc:docMk/>
            <pc:sldMk cId="1501170907" sldId="256"/>
            <ac:spMk id="271" creationId="{47B8F740-B736-FC8F-541E-D20D9F39952C}"/>
          </ac:spMkLst>
        </pc:spChg>
        <pc:spChg chg="add mod">
          <ac:chgData name="York, George W CIV USAF USAFA DF/DFEC" userId="1fb5875a-4594-4db2-80fb-f0db3de11280" providerId="ADAL" clId="{09330963-85FD-4C99-A81B-94D0EE5CFFEB}" dt="2026-05-15T17:55:39.596" v="136" actId="1076"/>
          <ac:spMkLst>
            <pc:docMk/>
            <pc:sldMk cId="1501170907" sldId="256"/>
            <ac:spMk id="276" creationId="{387AC282-397C-B121-8B8D-9AE3B9B0358A}"/>
          </ac:spMkLst>
        </pc:spChg>
        <pc:spChg chg="add mod">
          <ac:chgData name="York, George W CIV USAF USAFA DF/DFEC" userId="1fb5875a-4594-4db2-80fb-f0db3de11280" providerId="ADAL" clId="{09330963-85FD-4C99-A81B-94D0EE5CFFEB}" dt="2026-05-15T17:55:47.471" v="142" actId="20577"/>
          <ac:spMkLst>
            <pc:docMk/>
            <pc:sldMk cId="1501170907" sldId="256"/>
            <ac:spMk id="277" creationId="{677060F7-EAC3-60D7-2A3C-1EFCAF50AD4D}"/>
          </ac:spMkLst>
        </pc:spChg>
        <pc:spChg chg="add mod">
          <ac:chgData name="York, George W CIV USAF USAFA DF/DFEC" userId="1fb5875a-4594-4db2-80fb-f0db3de11280" providerId="ADAL" clId="{09330963-85FD-4C99-A81B-94D0EE5CFFEB}" dt="2026-05-15T17:57:57.132" v="159" actId="1076"/>
          <ac:spMkLst>
            <pc:docMk/>
            <pc:sldMk cId="1501170907" sldId="256"/>
            <ac:spMk id="287" creationId="{CD28274F-92E6-F852-6391-A717240DE2DF}"/>
          </ac:spMkLst>
        </pc:spChg>
        <pc:spChg chg="add mod">
          <ac:chgData name="York, George W CIV USAF USAFA DF/DFEC" userId="1fb5875a-4594-4db2-80fb-f0db3de11280" providerId="ADAL" clId="{09330963-85FD-4C99-A81B-94D0EE5CFFEB}" dt="2026-05-15T18:24:09.257" v="224" actId="20577"/>
          <ac:spMkLst>
            <pc:docMk/>
            <pc:sldMk cId="1501170907" sldId="256"/>
            <ac:spMk id="335" creationId="{7445925B-CC01-40BD-8B87-8F2069BEAA85}"/>
          </ac:spMkLst>
        </pc:spChg>
        <pc:grpChg chg="add del mod">
          <ac:chgData name="York, George W CIV USAF USAFA DF/DFEC" userId="1fb5875a-4594-4db2-80fb-f0db3de11280" providerId="ADAL" clId="{09330963-85FD-4C99-A81B-94D0EE5CFFEB}" dt="2026-05-15T18:07:40.163" v="189" actId="478"/>
          <ac:grpSpMkLst>
            <pc:docMk/>
            <pc:sldMk cId="1501170907" sldId="256"/>
            <ac:grpSpMk id="201" creationId="{5B56A124-7A24-9C0F-3345-EF1CBBEA2B0F}"/>
          </ac:grpSpMkLst>
        </pc:grpChg>
        <pc:grpChg chg="add mod">
          <ac:chgData name="York, George W CIV USAF USAFA DF/DFEC" userId="1fb5875a-4594-4db2-80fb-f0db3de11280" providerId="ADAL" clId="{09330963-85FD-4C99-A81B-94D0EE5CFFEB}" dt="2026-05-15T17:38:19.752" v="73"/>
          <ac:grpSpMkLst>
            <pc:docMk/>
            <pc:sldMk cId="1501170907" sldId="256"/>
            <ac:grpSpMk id="210" creationId="{31A73DB1-F725-B3D0-7D3E-E0CCEA52259C}"/>
          </ac:grpSpMkLst>
        </pc:grpChg>
        <pc:cxnChg chg="mod">
          <ac:chgData name="York, George W CIV USAF USAFA DF/DFEC" userId="1fb5875a-4594-4db2-80fb-f0db3de11280" providerId="ADAL" clId="{09330963-85FD-4C99-A81B-94D0EE5CFFEB}" dt="2026-05-15T17:16:38.513" v="56" actId="14100"/>
          <ac:cxnSpMkLst>
            <pc:docMk/>
            <pc:sldMk cId="1501170907" sldId="256"/>
            <ac:cxnSpMk id="12" creationId="{9EC90484-36CB-4907-076A-02E3D3D32D1E}"/>
          </ac:cxnSpMkLst>
        </pc:cxnChg>
        <pc:cxnChg chg="mod">
          <ac:chgData name="York, George W CIV USAF USAFA DF/DFEC" userId="1fb5875a-4594-4db2-80fb-f0db3de11280" providerId="ADAL" clId="{09330963-85FD-4C99-A81B-94D0EE5CFFEB}" dt="2026-05-15T18:03:42.476" v="170" actId="14100"/>
          <ac:cxnSpMkLst>
            <pc:docMk/>
            <pc:sldMk cId="1501170907" sldId="256"/>
            <ac:cxnSpMk id="13" creationId="{C260DFE6-5315-9AC9-190B-7C588133F608}"/>
          </ac:cxnSpMkLst>
        </pc:cxnChg>
        <pc:cxnChg chg="mod">
          <ac:chgData name="York, George W CIV USAF USAFA DF/DFEC" userId="1fb5875a-4594-4db2-80fb-f0db3de11280" providerId="ADAL" clId="{09330963-85FD-4C99-A81B-94D0EE5CFFEB}" dt="2026-05-15T18:03:55.131" v="172" actId="14100"/>
          <ac:cxnSpMkLst>
            <pc:docMk/>
            <pc:sldMk cId="1501170907" sldId="256"/>
            <ac:cxnSpMk id="14" creationId="{15519404-0CCB-B1DC-032D-7F61334BD5A1}"/>
          </ac:cxnSpMkLst>
        </pc:cxnChg>
        <pc:cxnChg chg="del">
          <ac:chgData name="York, George W CIV USAF USAFA DF/DFEC" userId="1fb5875a-4594-4db2-80fb-f0db3de11280" providerId="ADAL" clId="{09330963-85FD-4C99-A81B-94D0EE5CFFEB}" dt="2026-05-15T17:16:47.486" v="57" actId="478"/>
          <ac:cxnSpMkLst>
            <pc:docMk/>
            <pc:sldMk cId="1501170907" sldId="256"/>
            <ac:cxnSpMk id="28" creationId="{DBC59A37-4C55-8753-29C9-9D435BAD749A}"/>
          </ac:cxnSpMkLst>
        </pc:cxnChg>
        <pc:cxnChg chg="mod">
          <ac:chgData name="York, George W CIV USAF USAFA DF/DFEC" userId="1fb5875a-4594-4db2-80fb-f0db3de11280" providerId="ADAL" clId="{09330963-85FD-4C99-A81B-94D0EE5CFFEB}" dt="2026-05-15T17:55:14.310" v="132" actId="1076"/>
          <ac:cxnSpMkLst>
            <pc:docMk/>
            <pc:sldMk cId="1501170907" sldId="256"/>
            <ac:cxnSpMk id="30" creationId="{0FCEB13D-6178-8B05-6BF7-AA34265C10ED}"/>
          </ac:cxnSpMkLst>
        </pc:cxnChg>
        <pc:cxnChg chg="del">
          <ac:chgData name="York, George W CIV USAF USAFA DF/DFEC" userId="1fb5875a-4594-4db2-80fb-f0db3de11280" providerId="ADAL" clId="{09330963-85FD-4C99-A81B-94D0EE5CFFEB}" dt="2026-05-15T17:17:00.326" v="58" actId="478"/>
          <ac:cxnSpMkLst>
            <pc:docMk/>
            <pc:sldMk cId="1501170907" sldId="256"/>
            <ac:cxnSpMk id="35" creationId="{41C7F50D-F709-CA85-5675-DD0636890A76}"/>
          </ac:cxnSpMkLst>
        </pc:cxnChg>
        <pc:cxnChg chg="del">
          <ac:chgData name="York, George W CIV USAF USAFA DF/DFEC" userId="1fb5875a-4594-4db2-80fb-f0db3de11280" providerId="ADAL" clId="{09330963-85FD-4C99-A81B-94D0EE5CFFEB}" dt="2026-05-15T17:14:23.188" v="47" actId="478"/>
          <ac:cxnSpMkLst>
            <pc:docMk/>
            <pc:sldMk cId="1501170907" sldId="256"/>
            <ac:cxnSpMk id="47" creationId="{4C88B74C-2825-380E-71DB-7071BFAD6C6D}"/>
          </ac:cxnSpMkLst>
        </pc:cxnChg>
        <pc:cxnChg chg="del">
          <ac:chgData name="York, George W CIV USAF USAFA DF/DFEC" userId="1fb5875a-4594-4db2-80fb-f0db3de11280" providerId="ADAL" clId="{09330963-85FD-4C99-A81B-94D0EE5CFFEB}" dt="2026-05-15T17:14:27.233" v="49" actId="478"/>
          <ac:cxnSpMkLst>
            <pc:docMk/>
            <pc:sldMk cId="1501170907" sldId="256"/>
            <ac:cxnSpMk id="53" creationId="{FBA8FA93-D7D6-E677-D331-61BDAA4D72AD}"/>
          </ac:cxnSpMkLst>
        </pc:cxnChg>
        <pc:cxnChg chg="del">
          <ac:chgData name="York, George W CIV USAF USAFA DF/DFEC" userId="1fb5875a-4594-4db2-80fb-f0db3de11280" providerId="ADAL" clId="{09330963-85FD-4C99-A81B-94D0EE5CFFEB}" dt="2026-05-15T17:16:47.486" v="57" actId="478"/>
          <ac:cxnSpMkLst>
            <pc:docMk/>
            <pc:sldMk cId="1501170907" sldId="256"/>
            <ac:cxnSpMk id="54" creationId="{03324C20-C3D1-9AAB-5C0D-C6C15BD835FE}"/>
          </ac:cxnSpMkLst>
        </pc:cxnChg>
        <pc:cxnChg chg="del">
          <ac:chgData name="York, George W CIV USAF USAFA DF/DFEC" userId="1fb5875a-4594-4db2-80fb-f0db3de11280" providerId="ADAL" clId="{09330963-85FD-4C99-A81B-94D0EE5CFFEB}" dt="2026-05-15T17:14:26.194" v="48" actId="478"/>
          <ac:cxnSpMkLst>
            <pc:docMk/>
            <pc:sldMk cId="1501170907" sldId="256"/>
            <ac:cxnSpMk id="61" creationId="{628AAA9C-DA03-CA34-B011-035AEF93D851}"/>
          </ac:cxnSpMkLst>
        </pc:cxnChg>
        <pc:cxnChg chg="del">
          <ac:chgData name="York, George W CIV USAF USAFA DF/DFEC" userId="1fb5875a-4594-4db2-80fb-f0db3de11280" providerId="ADAL" clId="{09330963-85FD-4C99-A81B-94D0EE5CFFEB}" dt="2026-05-15T17:16:47.486" v="57" actId="478"/>
          <ac:cxnSpMkLst>
            <pc:docMk/>
            <pc:sldMk cId="1501170907" sldId="256"/>
            <ac:cxnSpMk id="68" creationId="{35DADF49-4B1B-AC71-8C36-C35004BEE094}"/>
          </ac:cxnSpMkLst>
        </pc:cxnChg>
        <pc:cxnChg chg="del">
          <ac:chgData name="York, George W CIV USAF USAFA DF/DFEC" userId="1fb5875a-4594-4db2-80fb-f0db3de11280" providerId="ADAL" clId="{09330963-85FD-4C99-A81B-94D0EE5CFFEB}" dt="2026-05-15T17:16:47.486" v="57" actId="478"/>
          <ac:cxnSpMkLst>
            <pc:docMk/>
            <pc:sldMk cId="1501170907" sldId="256"/>
            <ac:cxnSpMk id="72" creationId="{3C0FD334-761D-D912-1D21-08670E1D2E8A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7:16:28.837" v="55"/>
          <ac:cxnSpMkLst>
            <pc:docMk/>
            <pc:sldMk cId="1501170907" sldId="256"/>
            <ac:cxnSpMk id="75" creationId="{3FEF4D69-29A5-1207-9833-621D95AFAD33}"/>
          </ac:cxnSpMkLst>
        </pc:cxnChg>
        <pc:cxnChg chg="del">
          <ac:chgData name="York, George W CIV USAF USAFA DF/DFEC" userId="1fb5875a-4594-4db2-80fb-f0db3de11280" providerId="ADAL" clId="{09330963-85FD-4C99-A81B-94D0EE5CFFEB}" dt="2026-05-15T17:15:29.292" v="51" actId="478"/>
          <ac:cxnSpMkLst>
            <pc:docMk/>
            <pc:sldMk cId="1501170907" sldId="256"/>
            <ac:cxnSpMk id="76" creationId="{FF005C8D-5E76-1B8B-2214-62019E9B1040}"/>
          </ac:cxnSpMkLst>
        </pc:cxnChg>
        <pc:cxnChg chg="del">
          <ac:chgData name="York, George W CIV USAF USAFA DF/DFEC" userId="1fb5875a-4594-4db2-80fb-f0db3de11280" providerId="ADAL" clId="{09330963-85FD-4C99-A81B-94D0EE5CFFEB}" dt="2026-05-15T17:17:00.326" v="58" actId="478"/>
          <ac:cxnSpMkLst>
            <pc:docMk/>
            <pc:sldMk cId="1501170907" sldId="256"/>
            <ac:cxnSpMk id="77" creationId="{318283A9-1322-8DD9-D5D3-E250A298DF07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7:16:28.837" v="55"/>
          <ac:cxnSpMkLst>
            <pc:docMk/>
            <pc:sldMk cId="1501170907" sldId="256"/>
            <ac:cxnSpMk id="78" creationId="{723D0E84-7FA0-BDD6-FDF0-A9AB9722FE67}"/>
          </ac:cxnSpMkLst>
        </pc:cxnChg>
        <pc:cxnChg chg="del">
          <ac:chgData name="York, George W CIV USAF USAFA DF/DFEC" userId="1fb5875a-4594-4db2-80fb-f0db3de11280" providerId="ADAL" clId="{09330963-85FD-4C99-A81B-94D0EE5CFFEB}" dt="2026-05-15T17:17:00.326" v="58" actId="478"/>
          <ac:cxnSpMkLst>
            <pc:docMk/>
            <pc:sldMk cId="1501170907" sldId="256"/>
            <ac:cxnSpMk id="79" creationId="{A9A8F4E2-BF11-CC7D-3DDC-10009DD0232B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7:16:28.837" v="55"/>
          <ac:cxnSpMkLst>
            <pc:docMk/>
            <pc:sldMk cId="1501170907" sldId="256"/>
            <ac:cxnSpMk id="80" creationId="{ECA286BA-FE44-E380-0BBD-B76E3B15005B}"/>
          </ac:cxnSpMkLst>
        </pc:cxnChg>
        <pc:cxnChg chg="del">
          <ac:chgData name="York, George W CIV USAF USAFA DF/DFEC" userId="1fb5875a-4594-4db2-80fb-f0db3de11280" providerId="ADAL" clId="{09330963-85FD-4C99-A81B-94D0EE5CFFEB}" dt="2026-05-15T17:15:28.203" v="50" actId="478"/>
          <ac:cxnSpMkLst>
            <pc:docMk/>
            <pc:sldMk cId="1501170907" sldId="256"/>
            <ac:cxnSpMk id="82" creationId="{821208F8-3FE0-AC1B-C80E-FD20D78B59DE}"/>
          </ac:cxnSpMkLst>
        </pc:cxnChg>
        <pc:cxnChg chg="del">
          <ac:chgData name="York, George W CIV USAF USAFA DF/DFEC" userId="1fb5875a-4594-4db2-80fb-f0db3de11280" providerId="ADAL" clId="{09330963-85FD-4C99-A81B-94D0EE5CFFEB}" dt="2026-05-15T17:17:00.326" v="58" actId="478"/>
          <ac:cxnSpMkLst>
            <pc:docMk/>
            <pc:sldMk cId="1501170907" sldId="256"/>
            <ac:cxnSpMk id="84" creationId="{1A52A5D1-1BB7-3403-A1A5-86E132AA172B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7:16:28.837" v="55"/>
          <ac:cxnSpMkLst>
            <pc:docMk/>
            <pc:sldMk cId="1501170907" sldId="256"/>
            <ac:cxnSpMk id="86" creationId="{97725506-B5BD-226C-7AD1-C09790F81C94}"/>
          </ac:cxnSpMkLst>
        </pc:cxnChg>
        <pc:cxnChg chg="del">
          <ac:chgData name="York, George W CIV USAF USAFA DF/DFEC" userId="1fb5875a-4594-4db2-80fb-f0db3de11280" providerId="ADAL" clId="{09330963-85FD-4C99-A81B-94D0EE5CFFEB}" dt="2026-05-15T17:17:00.326" v="58" actId="478"/>
          <ac:cxnSpMkLst>
            <pc:docMk/>
            <pc:sldMk cId="1501170907" sldId="256"/>
            <ac:cxnSpMk id="88" creationId="{5F7582C7-10E1-623E-4E17-302DFD08C2CB}"/>
          </ac:cxnSpMkLst>
        </pc:cxnChg>
        <pc:cxnChg chg="del">
          <ac:chgData name="York, George W CIV USAF USAFA DF/DFEC" userId="1fb5875a-4594-4db2-80fb-f0db3de11280" providerId="ADAL" clId="{09330963-85FD-4C99-A81B-94D0EE5CFFEB}" dt="2026-05-15T17:16:47.486" v="57" actId="478"/>
          <ac:cxnSpMkLst>
            <pc:docMk/>
            <pc:sldMk cId="1501170907" sldId="256"/>
            <ac:cxnSpMk id="92" creationId="{780D872F-1646-C8B4-3D28-A065AE10E52A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7:16:28.837" v="55"/>
          <ac:cxnSpMkLst>
            <pc:docMk/>
            <pc:sldMk cId="1501170907" sldId="256"/>
            <ac:cxnSpMk id="106" creationId="{71CD65D9-0819-F3FB-BBC6-E6EC0D590B41}"/>
          </ac:cxnSpMkLst>
        </pc:cxnChg>
        <pc:cxnChg chg="del">
          <ac:chgData name="York, George W CIV USAF USAFA DF/DFEC" userId="1fb5875a-4594-4db2-80fb-f0db3de11280" providerId="ADAL" clId="{09330963-85FD-4C99-A81B-94D0EE5CFFEB}" dt="2026-05-15T17:16:00.941" v="54" actId="478"/>
          <ac:cxnSpMkLst>
            <pc:docMk/>
            <pc:sldMk cId="1501170907" sldId="256"/>
            <ac:cxnSpMk id="107" creationId="{E6A87E40-A761-8DD0-48F4-7E93FADB35F9}"/>
          </ac:cxnSpMkLst>
        </pc:cxnChg>
        <pc:cxnChg chg="del">
          <ac:chgData name="York, George W CIV USAF USAFA DF/DFEC" userId="1fb5875a-4594-4db2-80fb-f0db3de11280" providerId="ADAL" clId="{09330963-85FD-4C99-A81B-94D0EE5CFFEB}" dt="2026-05-15T17:16:47.486" v="57" actId="478"/>
          <ac:cxnSpMkLst>
            <pc:docMk/>
            <pc:sldMk cId="1501170907" sldId="256"/>
            <ac:cxnSpMk id="108" creationId="{8B94ED6B-AB9B-EEDC-7DEC-3E3578D3DFCF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7:16:28.837" v="55"/>
          <ac:cxnSpMkLst>
            <pc:docMk/>
            <pc:sldMk cId="1501170907" sldId="256"/>
            <ac:cxnSpMk id="109" creationId="{8AC26B0D-B0A5-2DA8-842F-D10BD7A35D69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7:53:52.622" v="128" actId="14100"/>
          <ac:cxnSpMkLst>
            <pc:docMk/>
            <pc:sldMk cId="1501170907" sldId="256"/>
            <ac:cxnSpMk id="110" creationId="{DC5F1F91-6CC7-C60C-BCEE-6643813C9FFE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7:16:28.837" v="55"/>
          <ac:cxnSpMkLst>
            <pc:docMk/>
            <pc:sldMk cId="1501170907" sldId="256"/>
            <ac:cxnSpMk id="145" creationId="{2822CE25-798B-8464-116B-0C053CE44114}"/>
          </ac:cxnSpMkLst>
        </pc:cxnChg>
        <pc:cxnChg chg="del">
          <ac:chgData name="York, George W CIV USAF USAFA DF/DFEC" userId="1fb5875a-4594-4db2-80fb-f0db3de11280" providerId="ADAL" clId="{09330963-85FD-4C99-A81B-94D0EE5CFFEB}" dt="2026-05-15T18:07:45.345" v="191" actId="478"/>
          <ac:cxnSpMkLst>
            <pc:docMk/>
            <pc:sldMk cId="1501170907" sldId="256"/>
            <ac:cxnSpMk id="149" creationId="{F6ECA4E6-7E3F-9AE7-DC4A-642870838647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7:55:14.310" v="132" actId="1076"/>
          <ac:cxnSpMkLst>
            <pc:docMk/>
            <pc:sldMk cId="1501170907" sldId="256"/>
            <ac:cxnSpMk id="161" creationId="{E2A0AABA-ADB3-2849-6246-E1410E1EB0A7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7:55:23.126" v="134" actId="14100"/>
          <ac:cxnSpMkLst>
            <pc:docMk/>
            <pc:sldMk cId="1501170907" sldId="256"/>
            <ac:cxnSpMk id="175" creationId="{521D3994-D4BE-156E-DB2D-ABB3E732B793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7:55:14.310" v="132" actId="1076"/>
          <ac:cxnSpMkLst>
            <pc:docMk/>
            <pc:sldMk cId="1501170907" sldId="256"/>
            <ac:cxnSpMk id="176" creationId="{6E6A93EA-E883-B3A1-2E7C-B387381983D1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7:17:29.574" v="59"/>
          <ac:cxnSpMkLst>
            <pc:docMk/>
            <pc:sldMk cId="1501170907" sldId="256"/>
            <ac:cxnSpMk id="177" creationId="{D3EDA99A-30A4-F982-B715-474CFCA4CF10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7:55:18.206" v="133" actId="14100"/>
          <ac:cxnSpMkLst>
            <pc:docMk/>
            <pc:sldMk cId="1501170907" sldId="256"/>
            <ac:cxnSpMk id="178" creationId="{3C226CA3-1732-8170-4B80-9A913F784713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7:17:29.574" v="59"/>
          <ac:cxnSpMkLst>
            <pc:docMk/>
            <pc:sldMk cId="1501170907" sldId="256"/>
            <ac:cxnSpMk id="179" creationId="{4F4AF458-FF60-7841-5DF7-351701BBE355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7:17:29.574" v="59"/>
          <ac:cxnSpMkLst>
            <pc:docMk/>
            <pc:sldMk cId="1501170907" sldId="256"/>
            <ac:cxnSpMk id="180" creationId="{2DFAFABE-FCDA-D3BB-29F9-62EB431D04BC}"/>
          </ac:cxnSpMkLst>
        </pc:cxnChg>
        <pc:cxnChg chg="add del mod">
          <ac:chgData name="York, George W CIV USAF USAFA DF/DFEC" userId="1fb5875a-4594-4db2-80fb-f0db3de11280" providerId="ADAL" clId="{09330963-85FD-4C99-A81B-94D0EE5CFFEB}" dt="2026-05-15T17:17:38.980" v="60" actId="478"/>
          <ac:cxnSpMkLst>
            <pc:docMk/>
            <pc:sldMk cId="1501170907" sldId="256"/>
            <ac:cxnSpMk id="182" creationId="{B8E60B07-86F6-BB1B-9108-ABAEDC387887}"/>
          </ac:cxnSpMkLst>
        </pc:cxnChg>
        <pc:cxnChg chg="add del mod">
          <ac:chgData name="York, George W CIV USAF USAFA DF/DFEC" userId="1fb5875a-4594-4db2-80fb-f0db3de11280" providerId="ADAL" clId="{09330963-85FD-4C99-A81B-94D0EE5CFFEB}" dt="2026-05-15T18:07:43.978" v="190" actId="478"/>
          <ac:cxnSpMkLst>
            <pc:docMk/>
            <pc:sldMk cId="1501170907" sldId="256"/>
            <ac:cxnSpMk id="185" creationId="{9C488BC6-D3BE-6987-0CF1-0207822F048E}"/>
          </ac:cxnSpMkLst>
        </pc:cxnChg>
        <pc:cxnChg chg="mod">
          <ac:chgData name="York, George W CIV USAF USAFA DF/DFEC" userId="1fb5875a-4594-4db2-80fb-f0db3de11280" providerId="ADAL" clId="{09330963-85FD-4C99-A81B-94D0EE5CFFEB}" dt="2026-05-15T17:38:03.548" v="68"/>
          <ac:cxnSpMkLst>
            <pc:docMk/>
            <pc:sldMk cId="1501170907" sldId="256"/>
            <ac:cxnSpMk id="202" creationId="{6068E695-E0BB-E28B-EF87-87ABC5139559}"/>
          </ac:cxnSpMkLst>
        </pc:cxnChg>
        <pc:cxnChg chg="mod">
          <ac:chgData name="York, George W CIV USAF USAFA DF/DFEC" userId="1fb5875a-4594-4db2-80fb-f0db3de11280" providerId="ADAL" clId="{09330963-85FD-4C99-A81B-94D0EE5CFFEB}" dt="2026-05-15T17:38:03.548" v="68"/>
          <ac:cxnSpMkLst>
            <pc:docMk/>
            <pc:sldMk cId="1501170907" sldId="256"/>
            <ac:cxnSpMk id="203" creationId="{CD0FC662-7CD4-7DE8-354A-3E3D18B08578}"/>
          </ac:cxnSpMkLst>
        </pc:cxnChg>
        <pc:cxnChg chg="mod">
          <ac:chgData name="York, George W CIV USAF USAFA DF/DFEC" userId="1fb5875a-4594-4db2-80fb-f0db3de11280" providerId="ADAL" clId="{09330963-85FD-4C99-A81B-94D0EE5CFFEB}" dt="2026-05-15T17:38:03.548" v="68"/>
          <ac:cxnSpMkLst>
            <pc:docMk/>
            <pc:sldMk cId="1501170907" sldId="256"/>
            <ac:cxnSpMk id="204" creationId="{0CBDD2D2-67F4-0F2D-E3FD-44A8CCE8F997}"/>
          </ac:cxnSpMkLst>
        </pc:cxnChg>
        <pc:cxnChg chg="mod">
          <ac:chgData name="York, George W CIV USAF USAFA DF/DFEC" userId="1fb5875a-4594-4db2-80fb-f0db3de11280" providerId="ADAL" clId="{09330963-85FD-4C99-A81B-94D0EE5CFFEB}" dt="2026-05-15T17:38:03.548" v="68"/>
          <ac:cxnSpMkLst>
            <pc:docMk/>
            <pc:sldMk cId="1501170907" sldId="256"/>
            <ac:cxnSpMk id="205" creationId="{509D907A-99A8-6011-FBD7-5B45EE2CA8F0}"/>
          </ac:cxnSpMkLst>
        </pc:cxnChg>
        <pc:cxnChg chg="add del mod">
          <ac:chgData name="York, George W CIV USAF USAFA DF/DFEC" userId="1fb5875a-4594-4db2-80fb-f0db3de11280" providerId="ADAL" clId="{09330963-85FD-4C99-A81B-94D0EE5CFFEB}" dt="2026-05-15T18:14:24.734" v="210" actId="478"/>
          <ac:cxnSpMkLst>
            <pc:docMk/>
            <pc:sldMk cId="1501170907" sldId="256"/>
            <ac:cxnSpMk id="206" creationId="{FCE80188-819F-A95A-5F23-0B32D1A0D6FF}"/>
          </ac:cxnSpMkLst>
        </pc:cxnChg>
        <pc:cxnChg chg="add del mod">
          <ac:chgData name="York, George W CIV USAF USAFA DF/DFEC" userId="1fb5875a-4594-4db2-80fb-f0db3de11280" providerId="ADAL" clId="{09330963-85FD-4C99-A81B-94D0EE5CFFEB}" dt="2026-05-15T18:14:24.734" v="210" actId="478"/>
          <ac:cxnSpMkLst>
            <pc:docMk/>
            <pc:sldMk cId="1501170907" sldId="256"/>
            <ac:cxnSpMk id="207" creationId="{20B40552-429B-E71C-10AC-F9080C8B7EAA}"/>
          </ac:cxnSpMkLst>
        </pc:cxnChg>
        <pc:cxnChg chg="mod">
          <ac:chgData name="York, George W CIV USAF USAFA DF/DFEC" userId="1fb5875a-4594-4db2-80fb-f0db3de11280" providerId="ADAL" clId="{09330963-85FD-4C99-A81B-94D0EE5CFFEB}" dt="2026-05-15T17:38:19.752" v="73"/>
          <ac:cxnSpMkLst>
            <pc:docMk/>
            <pc:sldMk cId="1501170907" sldId="256"/>
            <ac:cxnSpMk id="211" creationId="{B01C7FCC-764B-4BFE-266A-625D91862153}"/>
          </ac:cxnSpMkLst>
        </pc:cxnChg>
        <pc:cxnChg chg="mod">
          <ac:chgData name="York, George W CIV USAF USAFA DF/DFEC" userId="1fb5875a-4594-4db2-80fb-f0db3de11280" providerId="ADAL" clId="{09330963-85FD-4C99-A81B-94D0EE5CFFEB}" dt="2026-05-15T17:38:19.752" v="73"/>
          <ac:cxnSpMkLst>
            <pc:docMk/>
            <pc:sldMk cId="1501170907" sldId="256"/>
            <ac:cxnSpMk id="212" creationId="{251BDE4E-9609-F1D4-E3AE-1E9A3CA7333E}"/>
          </ac:cxnSpMkLst>
        </pc:cxnChg>
        <pc:cxnChg chg="mod">
          <ac:chgData name="York, George W CIV USAF USAFA DF/DFEC" userId="1fb5875a-4594-4db2-80fb-f0db3de11280" providerId="ADAL" clId="{09330963-85FD-4C99-A81B-94D0EE5CFFEB}" dt="2026-05-15T17:38:19.752" v="73"/>
          <ac:cxnSpMkLst>
            <pc:docMk/>
            <pc:sldMk cId="1501170907" sldId="256"/>
            <ac:cxnSpMk id="213" creationId="{B4679140-8BC6-28A2-658C-FE950630BBCC}"/>
          </ac:cxnSpMkLst>
        </pc:cxnChg>
        <pc:cxnChg chg="mod">
          <ac:chgData name="York, George W CIV USAF USAFA DF/DFEC" userId="1fb5875a-4594-4db2-80fb-f0db3de11280" providerId="ADAL" clId="{09330963-85FD-4C99-A81B-94D0EE5CFFEB}" dt="2026-05-15T17:38:19.752" v="73"/>
          <ac:cxnSpMkLst>
            <pc:docMk/>
            <pc:sldMk cId="1501170907" sldId="256"/>
            <ac:cxnSpMk id="215" creationId="{BD71E220-2C5B-A748-07B8-42C7C9DF0E37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7:38:19.752" v="73"/>
          <ac:cxnSpMkLst>
            <pc:docMk/>
            <pc:sldMk cId="1501170907" sldId="256"/>
            <ac:cxnSpMk id="217" creationId="{F5E041C4-DA7F-61B4-615C-DEA85E2192FF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7:38:19.752" v="73"/>
          <ac:cxnSpMkLst>
            <pc:docMk/>
            <pc:sldMk cId="1501170907" sldId="256"/>
            <ac:cxnSpMk id="218" creationId="{2DE3D67D-03DB-1C90-FDA6-10C723DC1031}"/>
          </ac:cxnSpMkLst>
        </pc:cxnChg>
        <pc:cxnChg chg="add del mod">
          <ac:chgData name="York, George W CIV USAF USAFA DF/DFEC" userId="1fb5875a-4594-4db2-80fb-f0db3de11280" providerId="ADAL" clId="{09330963-85FD-4C99-A81B-94D0EE5CFFEB}" dt="2026-05-15T17:57:05.617" v="148" actId="21"/>
          <ac:cxnSpMkLst>
            <pc:docMk/>
            <pc:sldMk cId="1501170907" sldId="256"/>
            <ac:cxnSpMk id="220" creationId="{B5D2A21B-C882-4B66-E567-0F64E21350DC}"/>
          </ac:cxnSpMkLst>
        </pc:cxnChg>
        <pc:cxnChg chg="add del mod">
          <ac:chgData name="York, George W CIV USAF USAFA DF/DFEC" userId="1fb5875a-4594-4db2-80fb-f0db3de11280" providerId="ADAL" clId="{09330963-85FD-4C99-A81B-94D0EE5CFFEB}" dt="2026-05-15T18:07:47.867" v="193" actId="478"/>
          <ac:cxnSpMkLst>
            <pc:docMk/>
            <pc:sldMk cId="1501170907" sldId="256"/>
            <ac:cxnSpMk id="224" creationId="{AF74107D-B166-C48E-799A-A8B307649AFE}"/>
          </ac:cxnSpMkLst>
        </pc:cxnChg>
        <pc:cxnChg chg="add del mod">
          <ac:chgData name="York, George W CIV USAF USAFA DF/DFEC" userId="1fb5875a-4594-4db2-80fb-f0db3de11280" providerId="ADAL" clId="{09330963-85FD-4C99-A81B-94D0EE5CFFEB}" dt="2026-05-15T18:07:47.098" v="192" actId="478"/>
          <ac:cxnSpMkLst>
            <pc:docMk/>
            <pc:sldMk cId="1501170907" sldId="256"/>
            <ac:cxnSpMk id="226" creationId="{1336573F-9C61-7461-A883-EB4902A6AEDD}"/>
          </ac:cxnSpMkLst>
        </pc:cxnChg>
        <pc:cxnChg chg="add del mod">
          <ac:chgData name="York, George W CIV USAF USAFA DF/DFEC" userId="1fb5875a-4594-4db2-80fb-f0db3de11280" providerId="ADAL" clId="{09330963-85FD-4C99-A81B-94D0EE5CFFEB}" dt="2026-05-15T18:07:38.176" v="188" actId="478"/>
          <ac:cxnSpMkLst>
            <pc:docMk/>
            <pc:sldMk cId="1501170907" sldId="256"/>
            <ac:cxnSpMk id="233" creationId="{64281CED-BA5F-BF89-C48A-403EF07E9E49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8:14:06.290" v="206" actId="14100"/>
          <ac:cxnSpMkLst>
            <pc:docMk/>
            <pc:sldMk cId="1501170907" sldId="256"/>
            <ac:cxnSpMk id="237" creationId="{3C56AE84-4241-3D64-52E3-630A1A95C92D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8:13:33.849" v="200" actId="14100"/>
          <ac:cxnSpMkLst>
            <pc:docMk/>
            <pc:sldMk cId="1501170907" sldId="256"/>
            <ac:cxnSpMk id="245" creationId="{845DB4F8-12AC-939D-C612-4647A063D1B8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8:03:28.147" v="168" actId="1076"/>
          <ac:cxnSpMkLst>
            <pc:docMk/>
            <pc:sldMk cId="1501170907" sldId="256"/>
            <ac:cxnSpMk id="253" creationId="{8DE2A8EF-93C3-8D69-D4D5-8D0F0A1AEAB4}"/>
          </ac:cxnSpMkLst>
        </pc:cxnChg>
        <pc:cxnChg chg="add del mod">
          <ac:chgData name="York, George W CIV USAF USAFA DF/DFEC" userId="1fb5875a-4594-4db2-80fb-f0db3de11280" providerId="ADAL" clId="{09330963-85FD-4C99-A81B-94D0EE5CFFEB}" dt="2026-05-15T18:07:36.598" v="187" actId="478"/>
          <ac:cxnSpMkLst>
            <pc:docMk/>
            <pc:sldMk cId="1501170907" sldId="256"/>
            <ac:cxnSpMk id="267" creationId="{9D6D2354-CCB6-A2FE-DCAB-D85E72F28FAC}"/>
          </ac:cxnSpMkLst>
        </pc:cxnChg>
        <pc:cxnChg chg="add del mod">
          <ac:chgData name="York, George W CIV USAF USAFA DF/DFEC" userId="1fb5875a-4594-4db2-80fb-f0db3de11280" providerId="ADAL" clId="{09330963-85FD-4C99-A81B-94D0EE5CFFEB}" dt="2026-05-15T18:07:59.715" v="195" actId="478"/>
          <ac:cxnSpMkLst>
            <pc:docMk/>
            <pc:sldMk cId="1501170907" sldId="256"/>
            <ac:cxnSpMk id="268" creationId="{BDEEC4FE-63B9-DED6-BCBC-1E1EFE380E80}"/>
          </ac:cxnSpMkLst>
        </pc:cxnChg>
        <pc:cxnChg chg="add del mod">
          <ac:chgData name="York, George W CIV USAF USAFA DF/DFEC" userId="1fb5875a-4594-4db2-80fb-f0db3de11280" providerId="ADAL" clId="{09330963-85FD-4C99-A81B-94D0EE5CFFEB}" dt="2026-05-15T18:07:59.715" v="195" actId="478"/>
          <ac:cxnSpMkLst>
            <pc:docMk/>
            <pc:sldMk cId="1501170907" sldId="256"/>
            <ac:cxnSpMk id="269" creationId="{E4FE0727-9705-D6E9-80B5-EDBB060A36BB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7:55:39.596" v="136" actId="1076"/>
          <ac:cxnSpMkLst>
            <pc:docMk/>
            <pc:sldMk cId="1501170907" sldId="256"/>
            <ac:cxnSpMk id="275" creationId="{C8E68A82-E671-20D8-C7E8-C451319C17B6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8:02:19.203" v="162" actId="14100"/>
          <ac:cxnSpMkLst>
            <pc:docMk/>
            <pc:sldMk cId="1501170907" sldId="256"/>
            <ac:cxnSpMk id="278" creationId="{8A86DDC6-7EF2-A55E-86AB-B039F1025AA6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8:02:11.980" v="160" actId="14100"/>
          <ac:cxnSpMkLst>
            <pc:docMk/>
            <pc:sldMk cId="1501170907" sldId="256"/>
            <ac:cxnSpMk id="279" creationId="{38160B21-10CC-284C-A2F1-5C49CB784B92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8:02:14.244" v="161" actId="1076"/>
          <ac:cxnSpMkLst>
            <pc:docMk/>
            <pc:sldMk cId="1501170907" sldId="256"/>
            <ac:cxnSpMk id="280" creationId="{D21F7DE8-8DE2-3F34-AA30-18DFD0771516}"/>
          </ac:cxnSpMkLst>
        </pc:cxnChg>
        <pc:cxnChg chg="add del mod">
          <ac:chgData name="York, George W CIV USAF USAFA DF/DFEC" userId="1fb5875a-4594-4db2-80fb-f0db3de11280" providerId="ADAL" clId="{09330963-85FD-4C99-A81B-94D0EE5CFFEB}" dt="2026-05-15T18:02:46.155" v="166" actId="478"/>
          <ac:cxnSpMkLst>
            <pc:docMk/>
            <pc:sldMk cId="1501170907" sldId="256"/>
            <ac:cxnSpMk id="281" creationId="{BAA28F89-5397-7FDB-DB5D-09ACAC9864DD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8:05:09.803" v="185" actId="14100"/>
          <ac:cxnSpMkLst>
            <pc:docMk/>
            <pc:sldMk cId="1501170907" sldId="256"/>
            <ac:cxnSpMk id="282" creationId="{E1949B8D-D95F-E3DB-3679-7809008035CE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7:56:01.710" v="144" actId="14100"/>
          <ac:cxnSpMkLst>
            <pc:docMk/>
            <pc:sldMk cId="1501170907" sldId="256"/>
            <ac:cxnSpMk id="283" creationId="{827174C5-C75B-B7CE-F88C-681B3E175F52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7:55:58.460" v="143" actId="1076"/>
          <ac:cxnSpMkLst>
            <pc:docMk/>
            <pc:sldMk cId="1501170907" sldId="256"/>
            <ac:cxnSpMk id="284" creationId="{00D33967-F281-4A62-4121-E5FA3DAFA269}"/>
          </ac:cxnSpMkLst>
        </pc:cxnChg>
        <pc:cxnChg chg="mod">
          <ac:chgData name="York, George W CIV USAF USAFA DF/DFEC" userId="1fb5875a-4594-4db2-80fb-f0db3de11280" providerId="ADAL" clId="{09330963-85FD-4C99-A81B-94D0EE5CFFEB}" dt="2026-05-15T17:45:00.657" v="111" actId="14100"/>
          <ac:cxnSpMkLst>
            <pc:docMk/>
            <pc:sldMk cId="1501170907" sldId="256"/>
            <ac:cxnSpMk id="286" creationId="{B760AF97-E733-241D-903A-11456E3E2363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7:57:53.444" v="158" actId="1076"/>
          <ac:cxnSpMkLst>
            <pc:docMk/>
            <pc:sldMk cId="1501170907" sldId="256"/>
            <ac:cxnSpMk id="289" creationId="{B5D2A21B-C882-4B66-E567-0F64E21350DC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8:02:40.245" v="165" actId="14100"/>
          <ac:cxnSpMkLst>
            <pc:docMk/>
            <pc:sldMk cId="1501170907" sldId="256"/>
            <ac:cxnSpMk id="298" creationId="{70483936-966F-CBD5-A492-4864BA70A64C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8:05:03.794" v="184" actId="14100"/>
          <ac:cxnSpMkLst>
            <pc:docMk/>
            <pc:sldMk cId="1501170907" sldId="256"/>
            <ac:cxnSpMk id="305" creationId="{1BF4F819-5D45-397F-4F03-C345534984AB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8:04:48.716" v="181" actId="1076"/>
          <ac:cxnSpMkLst>
            <pc:docMk/>
            <pc:sldMk cId="1501170907" sldId="256"/>
            <ac:cxnSpMk id="315" creationId="{811CAF9B-8464-18B3-80C0-E239A4B4AE56}"/>
          </ac:cxnSpMkLst>
        </pc:cxnChg>
        <pc:cxnChg chg="mod">
          <ac:chgData name="York, George W CIV USAF USAFA DF/DFEC" userId="1fb5875a-4594-4db2-80fb-f0db3de11280" providerId="ADAL" clId="{09330963-85FD-4C99-A81B-94D0EE5CFFEB}" dt="2026-05-15T18:06:03.699" v="186" actId="14100"/>
          <ac:cxnSpMkLst>
            <pc:docMk/>
            <pc:sldMk cId="1501170907" sldId="256"/>
            <ac:cxnSpMk id="322" creationId="{F580A49F-8130-DF36-2C61-65CEF9F171E8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8:08:12.923" v="198" actId="1076"/>
          <ac:cxnSpMkLst>
            <pc:docMk/>
            <pc:sldMk cId="1501170907" sldId="256"/>
            <ac:cxnSpMk id="323" creationId="{E1345829-1330-B15F-1690-B34F82C9E175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8:13:57.177" v="204" actId="14100"/>
          <ac:cxnSpMkLst>
            <pc:docMk/>
            <pc:sldMk cId="1501170907" sldId="256"/>
            <ac:cxnSpMk id="327" creationId="{CBA50DB1-68B5-3972-ACFE-BC8B4F1AC08C}"/>
          </ac:cxnSpMkLst>
        </pc:cxnChg>
        <pc:cxnChg chg="add mod">
          <ac:chgData name="York, George W CIV USAF USAFA DF/DFEC" userId="1fb5875a-4594-4db2-80fb-f0db3de11280" providerId="ADAL" clId="{09330963-85FD-4C99-A81B-94D0EE5CFFEB}" dt="2026-05-15T18:14:21.137" v="209" actId="14100"/>
          <ac:cxnSpMkLst>
            <pc:docMk/>
            <pc:sldMk cId="1501170907" sldId="256"/>
            <ac:cxnSpMk id="333" creationId="{691D3FA7-C286-87B3-AA1E-062BB45C1EA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93299-5041-75C6-017B-30BC5A7703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D5B8DF-234E-2565-8A74-EC4222DD8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057E2-614B-D8D3-DAFD-EB72441E8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D690C6-9279-0175-F287-5CC57F0F3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997C7-E9F4-F1AF-9589-55C8A58F5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315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C697-D311-D3F4-746D-9512D58A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9517B-7E5A-43C5-AFA7-CA8FAD4DD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51C59-7FDA-699E-57AD-CD4F8B7B5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33E41-82A1-9D05-F8BB-7CBEB4AED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5BC14-12CB-B85A-903B-B6B3E5C79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718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FBDC1-63DB-A261-8B23-4DB5378B6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65E3A-3EBC-4A5E-B2B6-C98ADB8871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56D6BF-0ABC-0A1E-2556-6181195E5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5CF61C-418D-55F8-1B7C-FE7BEF28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E840A-E96E-07C4-96F6-A07EDA8D3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956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1E5CC-0588-6BDA-D14C-7841AE213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9EAD0-6884-D842-3703-5940E1F302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5165D7-E4D0-6E62-7410-8DD685ED13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637052-AB9E-16C3-06EB-11FD36635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0E6E59-D0C1-59C6-AECF-05F568FA3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6E6FBB-64A9-ACBE-39EC-C8D5F230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511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3D773-A9B5-CAE2-7A49-D74CDCCD9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D8187-78C8-5A5F-AA62-B2B189686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4D96B-C717-D46C-BA87-BE57D3E584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4135A0-3376-3CEC-BE24-0142BE8DBE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C3AC10-421B-C35A-B933-38881A6F5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37917C-0CC4-4F40-CED8-E47FEAF9F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DFAFCF-F24B-F467-EE20-6295A7E0C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67A846-92AC-6BF7-0A06-104B81E38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01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CAF6E-DCF2-8CBC-0A12-19FBFECE0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1BD701-32A0-96D1-647C-B494D9288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753AA-0B6F-1296-7C13-668735B26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3892D3-3E5D-4D55-9820-26F146551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843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379F85-5DE8-E547-90AD-EA619EAF0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9E778A-56AF-B474-3FA7-E1C69EC04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F13C4-15EC-1F25-AA88-0E7F792CE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932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0C723-D383-8BBE-4335-E9AC5A8A5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8FEE8-EA2C-0896-1608-DD49A5F88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A10344-FE72-8D2C-2A7A-98D16F422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F8B27-B0FB-3AC9-EE50-116F5890B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0BE820-C4D0-A9B9-3984-64D0AEFD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1FF1BD-E095-E09D-35E0-8B5632EE7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690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0EAEC-5F14-6769-2CA4-40366A78D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DC298D-F147-E7D7-A1EB-D18A0AE668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660A7D-1C77-2BB1-E9DF-A6BFBADA0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20A765-EAFF-C2C5-315F-08EA81987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76CCC-11A5-2B7F-114C-9486DDFA0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B36D6A-8D27-FCE0-0A3F-E85DD5B5C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449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82B3E-D736-AF83-EE9F-13F94B5CB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2EFD6A-15AB-A3D9-68C9-10A1DA0FE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51C672-7AE0-6E8E-C3A7-6298D90DD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8457A-275A-9FF2-74DF-D9ECDF2D9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0FC87-DE10-893D-ED45-023BD9C81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031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E2E4A7-F30E-A229-C8B2-EFAA9BEB1E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D79462-7BAC-5207-FD65-DA6583A52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860B-1B0A-B930-D2DD-993523E71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FC0B7-78D5-E67F-FC88-5D255F29E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F8B40-7A68-DFDB-BD83-6B27D6BB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701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1CEFFF-13F7-262B-B970-735F2F0D4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74BEF5-8A79-A960-F86F-B92A2C4A2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E2C7EF-1281-E6F3-8101-E7427E5E50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AFF834-1BEC-4F95-9622-28B5DCC1FE16}" type="datetimeFigureOut">
              <a:rPr lang="en-US" smtClean="0"/>
              <a:t>5/15/2026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DAC2B-E565-9204-1CEB-303278FA4A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88FD1-1743-4E35-DD86-376C42FB33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391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89">
            <a:extLst>
              <a:ext uri="{FF2B5EF4-FFF2-40B4-BE49-F238E27FC236}">
                <a16:creationId xmlns:a16="http://schemas.microsoft.com/office/drawing/2014/main" id="{E5E3C8FC-BB27-8EAD-AA8B-33B131880EBA}"/>
              </a:ext>
            </a:extLst>
          </p:cNvPr>
          <p:cNvSpPr/>
          <p:nvPr/>
        </p:nvSpPr>
        <p:spPr>
          <a:xfrm>
            <a:off x="3538057" y="3099557"/>
            <a:ext cx="865785" cy="124341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55267A-D19E-887C-DE49-0FCC56FF700B}"/>
              </a:ext>
            </a:extLst>
          </p:cNvPr>
          <p:cNvSpPr txBox="1"/>
          <p:nvPr/>
        </p:nvSpPr>
        <p:spPr>
          <a:xfrm>
            <a:off x="3825240" y="82040"/>
            <a:ext cx="48104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Stage 4. RISC-V 5-cycle Pipeline Architecture</a:t>
            </a:r>
          </a:p>
          <a:p>
            <a:pPr algn="ctr"/>
            <a:r>
              <a:rPr lang="en-US" sz="1200" b="1" dirty="0"/>
              <a:t>Forwarding / Earlier Branch Decision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224797-49E0-B67E-FC03-3154A41834EF}"/>
              </a:ext>
            </a:extLst>
          </p:cNvPr>
          <p:cNvSpPr txBox="1"/>
          <p:nvPr/>
        </p:nvSpPr>
        <p:spPr>
          <a:xfrm>
            <a:off x="389615" y="591970"/>
            <a:ext cx="15564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Instruction Fetch (IF)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02132D-A974-B4EB-7900-F8BED8A09AB0}"/>
              </a:ext>
            </a:extLst>
          </p:cNvPr>
          <p:cNvSpPr txBox="1"/>
          <p:nvPr/>
        </p:nvSpPr>
        <p:spPr>
          <a:xfrm>
            <a:off x="3072930" y="498888"/>
            <a:ext cx="18140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Instruction Decode (ID) /</a:t>
            </a:r>
          </a:p>
          <a:p>
            <a:pPr algn="ctr"/>
            <a:r>
              <a:rPr lang="en-US" sz="1200" dirty="0"/>
              <a:t>Register Fetch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2FF47-5A2B-0305-FCBA-6E39C9831663}"/>
              </a:ext>
            </a:extLst>
          </p:cNvPr>
          <p:cNvSpPr txBox="1"/>
          <p:nvPr/>
        </p:nvSpPr>
        <p:spPr>
          <a:xfrm>
            <a:off x="5804838" y="482986"/>
            <a:ext cx="1090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Execute (EX) /</a:t>
            </a:r>
          </a:p>
          <a:p>
            <a:pPr algn="ctr"/>
            <a:r>
              <a:rPr lang="en-US" sz="1200" dirty="0"/>
              <a:t>Address Calc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752A1-6D5B-3A06-E499-B8A91491317E}"/>
              </a:ext>
            </a:extLst>
          </p:cNvPr>
          <p:cNvSpPr txBox="1"/>
          <p:nvPr/>
        </p:nvSpPr>
        <p:spPr>
          <a:xfrm>
            <a:off x="7813021" y="467084"/>
            <a:ext cx="1693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Memory Access (MEM)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80E26C-B122-EBF8-1BAE-F14C52F6765D}"/>
              </a:ext>
            </a:extLst>
          </p:cNvPr>
          <p:cNvSpPr txBox="1"/>
          <p:nvPr/>
        </p:nvSpPr>
        <p:spPr>
          <a:xfrm>
            <a:off x="10341685" y="467084"/>
            <a:ext cx="1255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Write Back (WB)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CBA6833-C633-E5C9-7E4C-C120C994AEAE}"/>
              </a:ext>
            </a:extLst>
          </p:cNvPr>
          <p:cNvCxnSpPr>
            <a:cxnSpLocks/>
          </p:cNvCxnSpPr>
          <p:nvPr/>
        </p:nvCxnSpPr>
        <p:spPr>
          <a:xfrm flipH="1">
            <a:off x="2638258" y="1862975"/>
            <a:ext cx="1327" cy="30532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EC90484-36CB-4907-076A-02E3D3D32D1E}"/>
              </a:ext>
            </a:extLst>
          </p:cNvPr>
          <p:cNvCxnSpPr>
            <a:cxnSpLocks/>
            <a:endCxn id="2" idx="2"/>
          </p:cNvCxnSpPr>
          <p:nvPr/>
        </p:nvCxnSpPr>
        <p:spPr>
          <a:xfrm flipH="1">
            <a:off x="5484942" y="1862975"/>
            <a:ext cx="21963" cy="346034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260DFE6-5315-9AC9-190B-7C588133F608}"/>
              </a:ext>
            </a:extLst>
          </p:cNvPr>
          <p:cNvCxnSpPr>
            <a:cxnSpLocks/>
            <a:endCxn id="3" idx="2"/>
          </p:cNvCxnSpPr>
          <p:nvPr/>
        </p:nvCxnSpPr>
        <p:spPr>
          <a:xfrm flipH="1">
            <a:off x="7556952" y="1862975"/>
            <a:ext cx="4996" cy="37448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5519404-0CCB-B1DC-032D-7F61334BD5A1}"/>
              </a:ext>
            </a:extLst>
          </p:cNvPr>
          <p:cNvCxnSpPr>
            <a:cxnSpLocks/>
            <a:endCxn id="10" idx="2"/>
          </p:cNvCxnSpPr>
          <p:nvPr/>
        </p:nvCxnSpPr>
        <p:spPr>
          <a:xfrm flipH="1">
            <a:off x="10059643" y="1862975"/>
            <a:ext cx="9835" cy="374487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7F1C8A5-1E03-D3EE-A0CD-31E6BF30CE41}"/>
              </a:ext>
            </a:extLst>
          </p:cNvPr>
          <p:cNvSpPr/>
          <p:nvPr/>
        </p:nvSpPr>
        <p:spPr>
          <a:xfrm>
            <a:off x="532490" y="3100279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D1EBFC-D10E-E8FA-702E-C2055631644E}"/>
              </a:ext>
            </a:extLst>
          </p:cNvPr>
          <p:cNvSpPr txBox="1"/>
          <p:nvPr/>
        </p:nvSpPr>
        <p:spPr>
          <a:xfrm>
            <a:off x="510696" y="3409622"/>
            <a:ext cx="34657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PC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2E83A9E-00CB-A2F8-9F98-DB66FE846D2B}"/>
              </a:ext>
            </a:extLst>
          </p:cNvPr>
          <p:cNvGrpSpPr/>
          <p:nvPr/>
        </p:nvGrpSpPr>
        <p:grpSpPr>
          <a:xfrm>
            <a:off x="1359409" y="2462605"/>
            <a:ext cx="292770" cy="637674"/>
            <a:chOff x="1074820" y="1507958"/>
            <a:chExt cx="292770" cy="63767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A9A5B-CB84-2EB0-E546-86EC440B72D5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E5C77C1-9CF9-1E16-50F7-97165BEA36DD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4B8CDA6-2762-C4F5-462F-1DFB1F8AD3FF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02FE24B-5DF0-F485-4D3C-1274E51657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95975B7-C231-726E-F036-03E868A2B0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8EF4851-5EED-A8DF-0BFA-2D36255F2F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DE1BB0F-7F44-AAB3-DDC6-D559EF8CF86E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79250-CCA9-E70F-BB44-4BF6A6DFE9DB}"/>
              </a:ext>
            </a:extLst>
          </p:cNvPr>
          <p:cNvSpPr/>
          <p:nvPr/>
        </p:nvSpPr>
        <p:spPr>
          <a:xfrm>
            <a:off x="1136475" y="3303944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71C18F-2509-EE4D-4CCF-671D6132B81A}"/>
              </a:ext>
            </a:extLst>
          </p:cNvPr>
          <p:cNvSpPr txBox="1"/>
          <p:nvPr/>
        </p:nvSpPr>
        <p:spPr>
          <a:xfrm>
            <a:off x="1081369" y="3518519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Instruction</a:t>
            </a:r>
          </a:p>
          <a:p>
            <a:pPr algn="ctr"/>
            <a:r>
              <a:rPr lang="en-US" sz="1000" dirty="0"/>
              <a:t>Memory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62F0744-F252-2E57-E70D-46D638EDC959}"/>
              </a:ext>
            </a:extLst>
          </p:cNvPr>
          <p:cNvSpPr/>
          <p:nvPr/>
        </p:nvSpPr>
        <p:spPr>
          <a:xfrm>
            <a:off x="1976172" y="3303944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66E3533-5E8E-745F-D8F5-A23CE9ABD26D}"/>
              </a:ext>
            </a:extLst>
          </p:cNvPr>
          <p:cNvSpPr txBox="1"/>
          <p:nvPr/>
        </p:nvSpPr>
        <p:spPr>
          <a:xfrm>
            <a:off x="1983880" y="3613287"/>
            <a:ext cx="29527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IR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E2B66EC-2BE1-E44E-7373-F40AC05C62C6}"/>
              </a:ext>
            </a:extLst>
          </p:cNvPr>
          <p:cNvSpPr/>
          <p:nvPr/>
        </p:nvSpPr>
        <p:spPr>
          <a:xfrm>
            <a:off x="1988550" y="2345834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1A2BC1-FBC0-F6F1-4CF7-DA1BFBA2B724}"/>
              </a:ext>
            </a:extLst>
          </p:cNvPr>
          <p:cNvSpPr txBox="1"/>
          <p:nvPr/>
        </p:nvSpPr>
        <p:spPr>
          <a:xfrm>
            <a:off x="1921674" y="2665779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NPC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985C22F-9117-9276-318F-953E57303C7F}"/>
              </a:ext>
            </a:extLst>
          </p:cNvPr>
          <p:cNvCxnSpPr/>
          <p:nvPr/>
        </p:nvCxnSpPr>
        <p:spPr>
          <a:xfrm>
            <a:off x="1181601" y="2994000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DEFB51DF-C201-E15E-5AC3-33F19BCD98C8}"/>
              </a:ext>
            </a:extLst>
          </p:cNvPr>
          <p:cNvSpPr txBox="1"/>
          <p:nvPr/>
        </p:nvSpPr>
        <p:spPr>
          <a:xfrm>
            <a:off x="978691" y="2868020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4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0DC1730-2DC8-EE14-BF4C-B0BDADDC0FF1}"/>
              </a:ext>
            </a:extLst>
          </p:cNvPr>
          <p:cNvCxnSpPr/>
          <p:nvPr/>
        </p:nvCxnSpPr>
        <p:spPr>
          <a:xfrm>
            <a:off x="1181601" y="256888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9943FA-4B6F-768D-06C0-4089702D09F7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1651248" y="2778289"/>
            <a:ext cx="337302" cy="1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C2E7DC4-844A-C5EA-DE17-84B5DF7297B8}"/>
              </a:ext>
            </a:extLst>
          </p:cNvPr>
          <p:cNvCxnSpPr/>
          <p:nvPr/>
        </p:nvCxnSpPr>
        <p:spPr>
          <a:xfrm>
            <a:off x="1806072" y="373575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49D7864-D93C-BF99-66FF-D2C4F2C00D63}"/>
              </a:ext>
            </a:extLst>
          </p:cNvPr>
          <p:cNvCxnSpPr>
            <a:cxnSpLocks/>
          </p:cNvCxnSpPr>
          <p:nvPr/>
        </p:nvCxnSpPr>
        <p:spPr>
          <a:xfrm>
            <a:off x="835472" y="3571106"/>
            <a:ext cx="2988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242732E-8C7A-B59A-A71F-EE6E1C3473D7}"/>
              </a:ext>
            </a:extLst>
          </p:cNvPr>
          <p:cNvCxnSpPr/>
          <p:nvPr/>
        </p:nvCxnSpPr>
        <p:spPr>
          <a:xfrm>
            <a:off x="934575" y="2568884"/>
            <a:ext cx="0" cy="10022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8974812-60ED-4172-D124-4A8113D87693}"/>
              </a:ext>
            </a:extLst>
          </p:cNvPr>
          <p:cNvCxnSpPr/>
          <p:nvPr/>
        </p:nvCxnSpPr>
        <p:spPr>
          <a:xfrm flipH="1">
            <a:off x="932949" y="2568884"/>
            <a:ext cx="2486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051380C-7AC3-E614-919E-D239B7148F90}"/>
              </a:ext>
            </a:extLst>
          </p:cNvPr>
          <p:cNvCxnSpPr/>
          <p:nvPr/>
        </p:nvCxnSpPr>
        <p:spPr>
          <a:xfrm>
            <a:off x="354682" y="357110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43D81353-E0D4-11A6-8251-372780A9E3C4}"/>
              </a:ext>
            </a:extLst>
          </p:cNvPr>
          <p:cNvSpPr/>
          <p:nvPr/>
        </p:nvSpPr>
        <p:spPr>
          <a:xfrm>
            <a:off x="1077442" y="4916175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E8D0138-4B77-FFA4-8FF2-FD84E92B36C9}"/>
              </a:ext>
            </a:extLst>
          </p:cNvPr>
          <p:cNvSpPr txBox="1"/>
          <p:nvPr/>
        </p:nvSpPr>
        <p:spPr>
          <a:xfrm>
            <a:off x="1115312" y="5130750"/>
            <a:ext cx="6030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Control</a:t>
            </a:r>
          </a:p>
          <a:p>
            <a:pPr algn="ctr"/>
            <a:r>
              <a:rPr lang="en-US" sz="1000" dirty="0"/>
              <a:t>Unit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0E5928D-8B59-DB64-4689-8B8A1D94A22C}"/>
              </a:ext>
            </a:extLst>
          </p:cNvPr>
          <p:cNvSpPr/>
          <p:nvPr/>
        </p:nvSpPr>
        <p:spPr>
          <a:xfrm>
            <a:off x="1995038" y="5834586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7C1290-2996-9401-3AC2-06CF5A8F9D57}"/>
              </a:ext>
            </a:extLst>
          </p:cNvPr>
          <p:cNvSpPr txBox="1"/>
          <p:nvPr/>
        </p:nvSpPr>
        <p:spPr>
          <a:xfrm>
            <a:off x="1917139" y="6012514"/>
            <a:ext cx="458780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  <a:p>
            <a:pPr algn="ctr"/>
            <a:r>
              <a:rPr lang="en-US" sz="900" dirty="0"/>
              <a:t>CNTL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2D0DCE7-42C6-8F85-8B9C-A00EF9724EBB}"/>
              </a:ext>
            </a:extLst>
          </p:cNvPr>
          <p:cNvCxnSpPr/>
          <p:nvPr/>
        </p:nvCxnSpPr>
        <p:spPr>
          <a:xfrm>
            <a:off x="905315" y="538809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458AD97-7803-3315-AF03-8F40DF1BD335}"/>
              </a:ext>
            </a:extLst>
          </p:cNvPr>
          <p:cNvCxnSpPr/>
          <p:nvPr/>
        </p:nvCxnSpPr>
        <p:spPr>
          <a:xfrm>
            <a:off x="2298020" y="6246154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2F3C86-53F2-D75C-D209-C94C59ADC93E}"/>
              </a:ext>
            </a:extLst>
          </p:cNvPr>
          <p:cNvCxnSpPr>
            <a:cxnSpLocks/>
          </p:cNvCxnSpPr>
          <p:nvPr/>
        </p:nvCxnSpPr>
        <p:spPr>
          <a:xfrm>
            <a:off x="1765164" y="6123892"/>
            <a:ext cx="2298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5DE6B25-B7FD-82FD-51BE-1AB615A6B635}"/>
              </a:ext>
            </a:extLst>
          </p:cNvPr>
          <p:cNvCxnSpPr>
            <a:stCxn id="43" idx="3"/>
          </p:cNvCxnSpPr>
          <p:nvPr/>
        </p:nvCxnSpPr>
        <p:spPr>
          <a:xfrm flipV="1">
            <a:off x="2279154" y="3735756"/>
            <a:ext cx="149721" cy="6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57589EA-2600-0EE7-5D7E-FFA354A03D39}"/>
              </a:ext>
            </a:extLst>
          </p:cNvPr>
          <p:cNvCxnSpPr>
            <a:cxnSpLocks/>
          </p:cNvCxnSpPr>
          <p:nvPr/>
        </p:nvCxnSpPr>
        <p:spPr>
          <a:xfrm>
            <a:off x="905315" y="4554736"/>
            <a:ext cx="0" cy="2067724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95633958-DAF6-D732-2373-3901093A51FA}"/>
              </a:ext>
            </a:extLst>
          </p:cNvPr>
          <p:cNvCxnSpPr>
            <a:cxnSpLocks/>
          </p:cNvCxnSpPr>
          <p:nvPr/>
        </p:nvCxnSpPr>
        <p:spPr>
          <a:xfrm>
            <a:off x="905315" y="4546715"/>
            <a:ext cx="1523560" cy="802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4B6F7810-982D-2B77-AC93-0E1947AF6544}"/>
              </a:ext>
            </a:extLst>
          </p:cNvPr>
          <p:cNvCxnSpPr>
            <a:cxnSpLocks/>
          </p:cNvCxnSpPr>
          <p:nvPr/>
        </p:nvCxnSpPr>
        <p:spPr>
          <a:xfrm>
            <a:off x="2428875" y="3314775"/>
            <a:ext cx="0" cy="123996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F54A266D-F4C6-7070-9203-F459E46AE102}"/>
              </a:ext>
            </a:extLst>
          </p:cNvPr>
          <p:cNvCxnSpPr>
            <a:cxnSpLocks/>
          </p:cNvCxnSpPr>
          <p:nvPr/>
        </p:nvCxnSpPr>
        <p:spPr>
          <a:xfrm>
            <a:off x="1763837" y="5388092"/>
            <a:ext cx="47582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333EE89-68AF-712F-BEF3-4270A403DD6C}"/>
              </a:ext>
            </a:extLst>
          </p:cNvPr>
          <p:cNvSpPr txBox="1"/>
          <p:nvPr/>
        </p:nvSpPr>
        <p:spPr>
          <a:xfrm>
            <a:off x="3630763" y="3068554"/>
            <a:ext cx="699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Registers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1AE12B1-7545-1454-6C3C-AB92CE68BA32}"/>
              </a:ext>
            </a:extLst>
          </p:cNvPr>
          <p:cNvSpPr txBox="1"/>
          <p:nvPr/>
        </p:nvSpPr>
        <p:spPr>
          <a:xfrm>
            <a:off x="3480618" y="3294127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D30ED51-6ECC-1E79-E116-A0B4491B4CEE}"/>
              </a:ext>
            </a:extLst>
          </p:cNvPr>
          <p:cNvSpPr txBox="1"/>
          <p:nvPr/>
        </p:nvSpPr>
        <p:spPr>
          <a:xfrm>
            <a:off x="3472911" y="3507191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272481-4C37-B8F1-EC3A-AFDE741A0241}"/>
              </a:ext>
            </a:extLst>
          </p:cNvPr>
          <p:cNvSpPr txBox="1"/>
          <p:nvPr/>
        </p:nvSpPr>
        <p:spPr>
          <a:xfrm>
            <a:off x="3487232" y="3725539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561CD7D-9C78-AF40-DA46-A961D099BBAC}"/>
              </a:ext>
            </a:extLst>
          </p:cNvPr>
          <p:cNvSpPr txBox="1"/>
          <p:nvPr/>
        </p:nvSpPr>
        <p:spPr>
          <a:xfrm>
            <a:off x="3476206" y="3947632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B7A2420-3BF4-06F5-C94F-24FA12BE23C4}"/>
              </a:ext>
            </a:extLst>
          </p:cNvPr>
          <p:cNvSpPr txBox="1"/>
          <p:nvPr/>
        </p:nvSpPr>
        <p:spPr>
          <a:xfrm>
            <a:off x="3986471" y="3471617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53E35CA-0236-A05F-53D0-1E8A84D64527}"/>
              </a:ext>
            </a:extLst>
          </p:cNvPr>
          <p:cNvSpPr txBox="1"/>
          <p:nvPr/>
        </p:nvSpPr>
        <p:spPr>
          <a:xfrm>
            <a:off x="3979857" y="3734277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dout2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54430F1D-2781-5846-8B40-4AA2EF16F7DF}"/>
              </a:ext>
            </a:extLst>
          </p:cNvPr>
          <p:cNvCxnSpPr>
            <a:cxnSpLocks/>
          </p:cNvCxnSpPr>
          <p:nvPr/>
        </p:nvCxnSpPr>
        <p:spPr>
          <a:xfrm flipV="1">
            <a:off x="4401834" y="3840955"/>
            <a:ext cx="1433720" cy="87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2BF0F484-4DF4-2533-8B03-F090046F1463}"/>
              </a:ext>
            </a:extLst>
          </p:cNvPr>
          <p:cNvCxnSpPr>
            <a:cxnSpLocks/>
          </p:cNvCxnSpPr>
          <p:nvPr/>
        </p:nvCxnSpPr>
        <p:spPr>
          <a:xfrm flipV="1">
            <a:off x="2428875" y="3409543"/>
            <a:ext cx="1108177" cy="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773D457-1D45-45DC-597B-F39E1DA08775}"/>
              </a:ext>
            </a:extLst>
          </p:cNvPr>
          <p:cNvCxnSpPr>
            <a:cxnSpLocks/>
          </p:cNvCxnSpPr>
          <p:nvPr/>
        </p:nvCxnSpPr>
        <p:spPr>
          <a:xfrm>
            <a:off x="2428875" y="3622607"/>
            <a:ext cx="11016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7B65014-ADFF-C974-2427-EBBA0A442924}"/>
              </a:ext>
            </a:extLst>
          </p:cNvPr>
          <p:cNvCxnSpPr>
            <a:cxnSpLocks/>
          </p:cNvCxnSpPr>
          <p:nvPr/>
        </p:nvCxnSpPr>
        <p:spPr>
          <a:xfrm>
            <a:off x="2428875" y="3840955"/>
            <a:ext cx="1102156" cy="2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4A9A0FA7-729C-BA90-755B-B07A92FEFF53}"/>
              </a:ext>
            </a:extLst>
          </p:cNvPr>
          <p:cNvSpPr txBox="1"/>
          <p:nvPr/>
        </p:nvSpPr>
        <p:spPr>
          <a:xfrm>
            <a:off x="3480618" y="4120669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reg_write</a:t>
            </a:r>
            <a:endParaRPr lang="en-US" sz="900" dirty="0"/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A377C039-2182-654F-6A35-40B8C3B82901}"/>
              </a:ext>
            </a:extLst>
          </p:cNvPr>
          <p:cNvCxnSpPr>
            <a:cxnSpLocks/>
          </p:cNvCxnSpPr>
          <p:nvPr/>
        </p:nvCxnSpPr>
        <p:spPr>
          <a:xfrm>
            <a:off x="3215805" y="4063048"/>
            <a:ext cx="314709" cy="1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>
            <a:extLst>
              <a:ext uri="{FF2B5EF4-FFF2-40B4-BE49-F238E27FC236}">
                <a16:creationId xmlns:a16="http://schemas.microsoft.com/office/drawing/2014/main" id="{76640488-7F74-ACFA-C3D7-F537C70A09BF}"/>
              </a:ext>
            </a:extLst>
          </p:cNvPr>
          <p:cNvSpPr/>
          <p:nvPr/>
        </p:nvSpPr>
        <p:spPr>
          <a:xfrm>
            <a:off x="1086375" y="5986893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EFE176C-F8AC-D0A4-16C8-9E5D45E76EEA}"/>
              </a:ext>
            </a:extLst>
          </p:cNvPr>
          <p:cNvSpPr txBox="1"/>
          <p:nvPr/>
        </p:nvSpPr>
        <p:spPr>
          <a:xfrm>
            <a:off x="1144694" y="6006780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funct3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B6E242FA-A035-C849-18B8-46769A45A7CC}"/>
              </a:ext>
            </a:extLst>
          </p:cNvPr>
          <p:cNvCxnSpPr/>
          <p:nvPr/>
        </p:nvCxnSpPr>
        <p:spPr>
          <a:xfrm>
            <a:off x="908567" y="612511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072AB9E-03D5-1BB6-662D-CF697E282081}"/>
              </a:ext>
            </a:extLst>
          </p:cNvPr>
          <p:cNvCxnSpPr>
            <a:cxnSpLocks/>
          </p:cNvCxnSpPr>
          <p:nvPr/>
        </p:nvCxnSpPr>
        <p:spPr>
          <a:xfrm>
            <a:off x="1763837" y="6493351"/>
            <a:ext cx="2312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BBC265-9F36-86B1-82C4-3FDAB7F4F15B}"/>
              </a:ext>
            </a:extLst>
          </p:cNvPr>
          <p:cNvSpPr/>
          <p:nvPr/>
        </p:nvSpPr>
        <p:spPr>
          <a:xfrm>
            <a:off x="1085048" y="6356352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9FF6F2F-B91C-1D7F-98CB-28D8B2F4EF02}"/>
              </a:ext>
            </a:extLst>
          </p:cNvPr>
          <p:cNvSpPr txBox="1"/>
          <p:nvPr/>
        </p:nvSpPr>
        <p:spPr>
          <a:xfrm>
            <a:off x="1143367" y="6376239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funct7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2126D306-46DD-18FB-80A1-6346D00C5885}"/>
              </a:ext>
            </a:extLst>
          </p:cNvPr>
          <p:cNvCxnSpPr/>
          <p:nvPr/>
        </p:nvCxnSpPr>
        <p:spPr>
          <a:xfrm>
            <a:off x="907240" y="6494575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D7619A53-5593-55CA-7ECB-A72DC2C2AB4D}"/>
              </a:ext>
            </a:extLst>
          </p:cNvPr>
          <p:cNvCxnSpPr/>
          <p:nvPr/>
        </p:nvCxnSpPr>
        <p:spPr>
          <a:xfrm flipH="1">
            <a:off x="1946513" y="5323322"/>
            <a:ext cx="77899" cy="1295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8F9A210-9B95-3371-FB33-95617722EA31}"/>
              </a:ext>
            </a:extLst>
          </p:cNvPr>
          <p:cNvSpPr txBox="1"/>
          <p:nvPr/>
        </p:nvSpPr>
        <p:spPr>
          <a:xfrm>
            <a:off x="1831072" y="5199692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7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A79F83E5-4EE5-7034-134B-A22F1EA7ED48}"/>
              </a:ext>
            </a:extLst>
          </p:cNvPr>
          <p:cNvSpPr/>
          <p:nvPr/>
        </p:nvSpPr>
        <p:spPr>
          <a:xfrm>
            <a:off x="3949628" y="4792569"/>
            <a:ext cx="865785" cy="4606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31A3BDE-0FB4-6B4D-C6C0-53B6E6178991}"/>
              </a:ext>
            </a:extLst>
          </p:cNvPr>
          <p:cNvSpPr txBox="1"/>
          <p:nvPr/>
        </p:nvSpPr>
        <p:spPr>
          <a:xfrm>
            <a:off x="3898868" y="4761566"/>
            <a:ext cx="9861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Sign Extension</a:t>
            </a:r>
          </a:p>
          <a:p>
            <a:pPr algn="ctr"/>
            <a:endParaRPr lang="en-US" sz="10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18F3F7A3-DBC8-6819-227D-49A14F7C2B32}"/>
              </a:ext>
            </a:extLst>
          </p:cNvPr>
          <p:cNvSpPr txBox="1"/>
          <p:nvPr/>
        </p:nvSpPr>
        <p:spPr>
          <a:xfrm>
            <a:off x="4454667" y="4968860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8E5AF114-E674-2C84-7A79-4F931C99BC05}"/>
              </a:ext>
            </a:extLst>
          </p:cNvPr>
          <p:cNvCxnSpPr>
            <a:cxnSpLocks/>
          </p:cNvCxnSpPr>
          <p:nvPr/>
        </p:nvCxnSpPr>
        <p:spPr>
          <a:xfrm>
            <a:off x="2782224" y="5123002"/>
            <a:ext cx="11674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1691EF3B-B49C-E8C7-89F0-04E2CEA7B43B}"/>
              </a:ext>
            </a:extLst>
          </p:cNvPr>
          <p:cNvCxnSpPr>
            <a:cxnSpLocks/>
          </p:cNvCxnSpPr>
          <p:nvPr/>
        </p:nvCxnSpPr>
        <p:spPr>
          <a:xfrm>
            <a:off x="2782224" y="4120669"/>
            <a:ext cx="0" cy="10147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5752E8FD-FCF1-9D02-67ED-6A11A8F587F0}"/>
              </a:ext>
            </a:extLst>
          </p:cNvPr>
          <p:cNvGrpSpPr/>
          <p:nvPr/>
        </p:nvGrpSpPr>
        <p:grpSpPr>
          <a:xfrm>
            <a:off x="6253592" y="3448149"/>
            <a:ext cx="292770" cy="637674"/>
            <a:chOff x="1074820" y="1507958"/>
            <a:chExt cx="292770" cy="637674"/>
          </a:xfrm>
        </p:grpSpPr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AE6683E5-928D-AB96-A3C8-DEC33C618891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CE4609D8-A94B-A3DB-2632-7D450EB3848B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07AFA4A0-2F6D-9E76-0439-2A01EEA85067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8A4FC6B1-A44C-6281-D85D-C5C51598C5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142B163E-9323-7661-DF34-CB6D4775748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25C970A2-F2EE-D728-1CB9-78DB718BD9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527F439A-417F-3E0B-45D2-E46978701714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214633A4-1B5E-0733-F51C-E4102BBAD162}"/>
              </a:ext>
            </a:extLst>
          </p:cNvPr>
          <p:cNvCxnSpPr/>
          <p:nvPr/>
        </p:nvCxnSpPr>
        <p:spPr>
          <a:xfrm>
            <a:off x="6075784" y="397954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2A3FC5E-0887-17BA-3438-BBB91A074EC2}"/>
              </a:ext>
            </a:extLst>
          </p:cNvPr>
          <p:cNvCxnSpPr>
            <a:cxnSpLocks/>
          </p:cNvCxnSpPr>
          <p:nvPr/>
        </p:nvCxnSpPr>
        <p:spPr>
          <a:xfrm>
            <a:off x="4401834" y="3571106"/>
            <a:ext cx="143372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64A453BE-6D86-FC77-F0DF-48F06E318EFA}"/>
              </a:ext>
            </a:extLst>
          </p:cNvPr>
          <p:cNvGrpSpPr/>
          <p:nvPr/>
        </p:nvGrpSpPr>
        <p:grpSpPr>
          <a:xfrm>
            <a:off x="5830434" y="3706261"/>
            <a:ext cx="234557" cy="529824"/>
            <a:chOff x="6175096" y="3854324"/>
            <a:chExt cx="144932" cy="375881"/>
          </a:xfrm>
        </p:grpSpPr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674FCEC5-7FFF-CD2B-A09D-CBC92E12F25F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F5B7B22C-663B-5298-D166-FAF560E4BB75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6BADDFCE-8A0A-44E6-3F10-0D51A57F6C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948E2AC4-F542-64B0-39E2-25FBBBED0C9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973E0397-2938-3E11-F4FA-2B7B6C3675A8}"/>
              </a:ext>
            </a:extLst>
          </p:cNvPr>
          <p:cNvCxnSpPr>
            <a:cxnSpLocks/>
          </p:cNvCxnSpPr>
          <p:nvPr/>
        </p:nvCxnSpPr>
        <p:spPr>
          <a:xfrm flipV="1">
            <a:off x="4993221" y="4113878"/>
            <a:ext cx="842333" cy="6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D782F3A7-BB22-97E7-61AB-4A4C01CDB198}"/>
              </a:ext>
            </a:extLst>
          </p:cNvPr>
          <p:cNvCxnSpPr/>
          <p:nvPr/>
        </p:nvCxnSpPr>
        <p:spPr>
          <a:xfrm>
            <a:off x="4998123" y="4120669"/>
            <a:ext cx="0" cy="9785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320A29EB-ABD9-7A97-166B-5F32289CDE2A}"/>
              </a:ext>
            </a:extLst>
          </p:cNvPr>
          <p:cNvCxnSpPr/>
          <p:nvPr/>
        </p:nvCxnSpPr>
        <p:spPr>
          <a:xfrm flipH="1">
            <a:off x="4815413" y="5096238"/>
            <a:ext cx="1827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8F48198F-3BEE-7A5F-E755-825029E62CA9}"/>
              </a:ext>
            </a:extLst>
          </p:cNvPr>
          <p:cNvCxnSpPr/>
          <p:nvPr/>
        </p:nvCxnSpPr>
        <p:spPr>
          <a:xfrm flipV="1">
            <a:off x="5947713" y="4178464"/>
            <a:ext cx="0" cy="1730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6848B782-ACF8-E9A2-8354-F25270D6A5C1}"/>
              </a:ext>
            </a:extLst>
          </p:cNvPr>
          <p:cNvCxnSpPr/>
          <p:nvPr/>
        </p:nvCxnSpPr>
        <p:spPr>
          <a:xfrm flipV="1">
            <a:off x="6410421" y="3965109"/>
            <a:ext cx="0" cy="3329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Rectangle 229">
            <a:extLst>
              <a:ext uri="{FF2B5EF4-FFF2-40B4-BE49-F238E27FC236}">
                <a16:creationId xmlns:a16="http://schemas.microsoft.com/office/drawing/2014/main" id="{3AF2B9FF-2C7F-338A-78BA-57A97CD3837D}"/>
              </a:ext>
            </a:extLst>
          </p:cNvPr>
          <p:cNvSpPr/>
          <p:nvPr/>
        </p:nvSpPr>
        <p:spPr>
          <a:xfrm>
            <a:off x="8275527" y="2482125"/>
            <a:ext cx="865785" cy="8218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79148410-A97A-F2FF-1C77-6873D577E23E}"/>
              </a:ext>
            </a:extLst>
          </p:cNvPr>
          <p:cNvSpPr txBox="1"/>
          <p:nvPr/>
        </p:nvSpPr>
        <p:spPr>
          <a:xfrm>
            <a:off x="8257042" y="2459860"/>
            <a:ext cx="9268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Data Memory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25E57BF1-21EE-8E4A-10F6-78E31B205327}"/>
              </a:ext>
            </a:extLst>
          </p:cNvPr>
          <p:cNvSpPr txBox="1"/>
          <p:nvPr/>
        </p:nvSpPr>
        <p:spPr>
          <a:xfrm>
            <a:off x="8216828" y="2681168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94F78C3D-D478-DE43-4F03-E7114516D4BA}"/>
              </a:ext>
            </a:extLst>
          </p:cNvPr>
          <p:cNvSpPr txBox="1"/>
          <p:nvPr/>
        </p:nvSpPr>
        <p:spPr>
          <a:xfrm>
            <a:off x="8802794" y="2662872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dout</a:t>
            </a:r>
            <a:endParaRPr lang="en-US" sz="900" dirty="0"/>
          </a:p>
        </p:txBody>
      </p:sp>
      <p:cxnSp>
        <p:nvCxnSpPr>
          <p:cNvPr id="238" name="Straight Arrow Connector 237">
            <a:extLst>
              <a:ext uri="{FF2B5EF4-FFF2-40B4-BE49-F238E27FC236}">
                <a16:creationId xmlns:a16="http://schemas.microsoft.com/office/drawing/2014/main" id="{973B1BAA-D410-B540-5205-2CE3EA9D646F}"/>
              </a:ext>
            </a:extLst>
          </p:cNvPr>
          <p:cNvCxnSpPr>
            <a:cxnSpLocks/>
          </p:cNvCxnSpPr>
          <p:nvPr/>
        </p:nvCxnSpPr>
        <p:spPr>
          <a:xfrm>
            <a:off x="5029828" y="2810946"/>
            <a:ext cx="32397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9B269FA4-5D6A-5E60-3C24-F06556105623}"/>
              </a:ext>
            </a:extLst>
          </p:cNvPr>
          <p:cNvSpPr txBox="1"/>
          <p:nvPr/>
        </p:nvSpPr>
        <p:spPr>
          <a:xfrm>
            <a:off x="8223884" y="2930053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Address</a:t>
            </a:r>
          </a:p>
        </p:txBody>
      </p:sp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32C8C4D0-BC6B-C139-3FF5-F9792E04E4A1}"/>
              </a:ext>
            </a:extLst>
          </p:cNvPr>
          <p:cNvCxnSpPr>
            <a:cxnSpLocks/>
          </p:cNvCxnSpPr>
          <p:nvPr/>
        </p:nvCxnSpPr>
        <p:spPr>
          <a:xfrm>
            <a:off x="6794616" y="3040681"/>
            <a:ext cx="147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91165BCE-D4C3-69AB-C161-0AAA710C6CB4}"/>
              </a:ext>
            </a:extLst>
          </p:cNvPr>
          <p:cNvCxnSpPr/>
          <p:nvPr/>
        </p:nvCxnSpPr>
        <p:spPr>
          <a:xfrm flipV="1">
            <a:off x="8516166" y="3303944"/>
            <a:ext cx="0" cy="1676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53FABC7-DD90-8352-C66A-7DFA23EE2633}"/>
              </a:ext>
            </a:extLst>
          </p:cNvPr>
          <p:cNvGrpSpPr/>
          <p:nvPr/>
        </p:nvGrpSpPr>
        <p:grpSpPr>
          <a:xfrm>
            <a:off x="4742886" y="2070125"/>
            <a:ext cx="234557" cy="870633"/>
            <a:chOff x="6175096" y="3854324"/>
            <a:chExt cx="144932" cy="375881"/>
          </a:xfrm>
        </p:grpSpPr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D64F4C90-ABA8-4DDC-5808-F9A278B4E6FD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6FC64163-8C45-5848-AF36-721E2025DF54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3B09081B-A704-2107-897F-12A59ADE39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465FB0D5-90F0-B240-13F3-D73E3B74C1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C457D5C-9212-E0FE-91EE-284C0BA5FE52}"/>
              </a:ext>
            </a:extLst>
          </p:cNvPr>
          <p:cNvCxnSpPr/>
          <p:nvPr/>
        </p:nvCxnSpPr>
        <p:spPr>
          <a:xfrm flipH="1">
            <a:off x="2428875" y="4120669"/>
            <a:ext cx="35334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TextBox 257">
            <a:extLst>
              <a:ext uri="{FF2B5EF4-FFF2-40B4-BE49-F238E27FC236}">
                <a16:creationId xmlns:a16="http://schemas.microsoft.com/office/drawing/2014/main" id="{921958C4-4752-F09F-ADEA-BCC0D47C8983}"/>
              </a:ext>
            </a:extLst>
          </p:cNvPr>
          <p:cNvSpPr txBox="1"/>
          <p:nvPr/>
        </p:nvSpPr>
        <p:spPr>
          <a:xfrm>
            <a:off x="3892328" y="5007586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instr</a:t>
            </a:r>
            <a:endParaRPr lang="en-US" sz="9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3AE7D782-2F59-C6D9-A9D7-B38E1A913155}"/>
              </a:ext>
            </a:extLst>
          </p:cNvPr>
          <p:cNvSpPr txBox="1"/>
          <p:nvPr/>
        </p:nvSpPr>
        <p:spPr>
          <a:xfrm>
            <a:off x="8373014" y="3114241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378ECE18-76A6-8223-40C0-E1A4CF744BE9}"/>
              </a:ext>
            </a:extLst>
          </p:cNvPr>
          <p:cNvSpPr txBox="1"/>
          <p:nvPr/>
        </p:nvSpPr>
        <p:spPr>
          <a:xfrm>
            <a:off x="8708420" y="3110771"/>
            <a:ext cx="3064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wr</a:t>
            </a:r>
            <a:endParaRPr lang="en-US" sz="900" dirty="0"/>
          </a:p>
        </p:txBody>
      </p: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B760AF97-E733-241D-903A-11456E3E2363}"/>
              </a:ext>
            </a:extLst>
          </p:cNvPr>
          <p:cNvCxnSpPr>
            <a:cxnSpLocks/>
          </p:cNvCxnSpPr>
          <p:nvPr/>
        </p:nvCxnSpPr>
        <p:spPr>
          <a:xfrm flipH="1" flipV="1">
            <a:off x="354682" y="1069536"/>
            <a:ext cx="4919160" cy="1855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FBC20363-C806-EF5C-EF5B-FA8F14D0B2F9}"/>
              </a:ext>
            </a:extLst>
          </p:cNvPr>
          <p:cNvCxnSpPr>
            <a:cxnSpLocks/>
          </p:cNvCxnSpPr>
          <p:nvPr/>
        </p:nvCxnSpPr>
        <p:spPr>
          <a:xfrm flipV="1">
            <a:off x="354682" y="1069536"/>
            <a:ext cx="0" cy="25015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1876BEE7-FDFC-0D31-7B67-CAA4ECA61CC2}"/>
              </a:ext>
            </a:extLst>
          </p:cNvPr>
          <p:cNvCxnSpPr>
            <a:cxnSpLocks/>
          </p:cNvCxnSpPr>
          <p:nvPr/>
        </p:nvCxnSpPr>
        <p:spPr>
          <a:xfrm>
            <a:off x="4978419" y="2517961"/>
            <a:ext cx="30124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F1B7D252-CFD6-2A20-A0B7-01CB66AF15B1}"/>
              </a:ext>
            </a:extLst>
          </p:cNvPr>
          <p:cNvCxnSpPr>
            <a:cxnSpLocks/>
          </p:cNvCxnSpPr>
          <p:nvPr/>
        </p:nvCxnSpPr>
        <p:spPr>
          <a:xfrm>
            <a:off x="5283005" y="1069536"/>
            <a:ext cx="0" cy="144842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A0F94C90-2CFA-6FB0-6CDA-6336E014070E}"/>
              </a:ext>
            </a:extLst>
          </p:cNvPr>
          <p:cNvCxnSpPr/>
          <p:nvPr/>
        </p:nvCxnSpPr>
        <p:spPr>
          <a:xfrm flipV="1">
            <a:off x="5029828" y="2788889"/>
            <a:ext cx="0" cy="10520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767B8A25-A48B-7850-EE9E-21374996DACF}"/>
              </a:ext>
            </a:extLst>
          </p:cNvPr>
          <p:cNvCxnSpPr>
            <a:cxnSpLocks/>
          </p:cNvCxnSpPr>
          <p:nvPr/>
        </p:nvCxnSpPr>
        <p:spPr>
          <a:xfrm>
            <a:off x="6535195" y="3769045"/>
            <a:ext cx="2594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CFAE5DC6-8CF9-2673-71C9-AFA4E7997F1B}"/>
              </a:ext>
            </a:extLst>
          </p:cNvPr>
          <p:cNvCxnSpPr>
            <a:cxnSpLocks/>
          </p:cNvCxnSpPr>
          <p:nvPr/>
        </p:nvCxnSpPr>
        <p:spPr>
          <a:xfrm flipV="1">
            <a:off x="6794616" y="2616997"/>
            <a:ext cx="0" cy="12239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Arrow Connector 303">
            <a:extLst>
              <a:ext uri="{FF2B5EF4-FFF2-40B4-BE49-F238E27FC236}">
                <a16:creationId xmlns:a16="http://schemas.microsoft.com/office/drawing/2014/main" id="{2EC15423-B005-0183-7A9F-B576E62BCAAB}"/>
              </a:ext>
            </a:extLst>
          </p:cNvPr>
          <p:cNvCxnSpPr>
            <a:cxnSpLocks/>
          </p:cNvCxnSpPr>
          <p:nvPr/>
        </p:nvCxnSpPr>
        <p:spPr>
          <a:xfrm>
            <a:off x="6794616" y="3840955"/>
            <a:ext cx="40693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3014E321-5714-0DA0-BD84-AEA9AAE788C3}"/>
              </a:ext>
            </a:extLst>
          </p:cNvPr>
          <p:cNvGrpSpPr/>
          <p:nvPr/>
        </p:nvGrpSpPr>
        <p:grpSpPr>
          <a:xfrm>
            <a:off x="10859200" y="3267132"/>
            <a:ext cx="234557" cy="870633"/>
            <a:chOff x="6175096" y="3854324"/>
            <a:chExt cx="144932" cy="375881"/>
          </a:xfrm>
        </p:grpSpPr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CC6483C4-28AE-F10B-774F-31BBB4098B87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C51292B0-B5C4-AACF-9093-36C8D152D461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E6CB2562-95CA-9D1A-979B-D7EFA56D84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F88B1EEE-37B0-409C-F5C6-42593C03E5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07D9C989-9107-8E5B-7046-08BC10C20273}"/>
              </a:ext>
            </a:extLst>
          </p:cNvPr>
          <p:cNvCxnSpPr>
            <a:cxnSpLocks/>
          </p:cNvCxnSpPr>
          <p:nvPr/>
        </p:nvCxnSpPr>
        <p:spPr>
          <a:xfrm>
            <a:off x="9337877" y="3613287"/>
            <a:ext cx="1519197" cy="11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Arrow Connector 312">
            <a:extLst>
              <a:ext uri="{FF2B5EF4-FFF2-40B4-BE49-F238E27FC236}">
                <a16:creationId xmlns:a16="http://schemas.microsoft.com/office/drawing/2014/main" id="{12A8EFA3-E029-7A54-9279-672AB9B9FD22}"/>
              </a:ext>
            </a:extLst>
          </p:cNvPr>
          <p:cNvCxnSpPr>
            <a:cxnSpLocks/>
          </p:cNvCxnSpPr>
          <p:nvPr/>
        </p:nvCxnSpPr>
        <p:spPr>
          <a:xfrm flipV="1">
            <a:off x="10767189" y="3425360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94EC9EEB-C174-2FF6-451C-065B8E648DDA}"/>
              </a:ext>
            </a:extLst>
          </p:cNvPr>
          <p:cNvSpPr txBox="1"/>
          <p:nvPr/>
        </p:nvSpPr>
        <p:spPr>
          <a:xfrm>
            <a:off x="10060097" y="3306999"/>
            <a:ext cx="7777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/>
              <a:t>”10000000”</a:t>
            </a:r>
          </a:p>
        </p:txBody>
      </p: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C669DA14-8A4A-8AE5-A36A-3E399FDEE2B1}"/>
              </a:ext>
            </a:extLst>
          </p:cNvPr>
          <p:cNvCxnSpPr>
            <a:cxnSpLocks/>
          </p:cNvCxnSpPr>
          <p:nvPr/>
        </p:nvCxnSpPr>
        <p:spPr>
          <a:xfrm>
            <a:off x="11094733" y="3714968"/>
            <a:ext cx="13618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F580A49F-8130-DF36-2C61-65CEF9F171E8}"/>
              </a:ext>
            </a:extLst>
          </p:cNvPr>
          <p:cNvCxnSpPr>
            <a:cxnSpLocks/>
          </p:cNvCxnSpPr>
          <p:nvPr/>
        </p:nvCxnSpPr>
        <p:spPr>
          <a:xfrm flipV="1">
            <a:off x="9345163" y="2345834"/>
            <a:ext cx="0" cy="12674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0237BD76-677C-61E9-5FF6-4634556047E6}"/>
              </a:ext>
            </a:extLst>
          </p:cNvPr>
          <p:cNvCxnSpPr>
            <a:cxnSpLocks/>
          </p:cNvCxnSpPr>
          <p:nvPr/>
        </p:nvCxnSpPr>
        <p:spPr>
          <a:xfrm flipH="1">
            <a:off x="9157343" y="2778288"/>
            <a:ext cx="1952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FB2ED79D-5D1E-998C-0587-601F1B3D6394}"/>
              </a:ext>
            </a:extLst>
          </p:cNvPr>
          <p:cNvCxnSpPr>
            <a:cxnSpLocks/>
          </p:cNvCxnSpPr>
          <p:nvPr/>
        </p:nvCxnSpPr>
        <p:spPr>
          <a:xfrm>
            <a:off x="11227543" y="1139190"/>
            <a:ext cx="0" cy="25950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10BF8DC2-0A04-BAF9-3B3C-69E04DB1B680}"/>
              </a:ext>
            </a:extLst>
          </p:cNvPr>
          <p:cNvCxnSpPr/>
          <p:nvPr/>
        </p:nvCxnSpPr>
        <p:spPr>
          <a:xfrm flipH="1">
            <a:off x="3215805" y="1127709"/>
            <a:ext cx="802534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46BF1B11-30E4-C250-7482-8150CD3EBE33}"/>
              </a:ext>
            </a:extLst>
          </p:cNvPr>
          <p:cNvCxnSpPr>
            <a:cxnSpLocks/>
          </p:cNvCxnSpPr>
          <p:nvPr/>
        </p:nvCxnSpPr>
        <p:spPr>
          <a:xfrm flipV="1">
            <a:off x="3215805" y="1127760"/>
            <a:ext cx="0" cy="29352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Arrow Connector 341">
            <a:extLst>
              <a:ext uri="{FF2B5EF4-FFF2-40B4-BE49-F238E27FC236}">
                <a16:creationId xmlns:a16="http://schemas.microsoft.com/office/drawing/2014/main" id="{C76199D9-440A-9194-BCF0-9A2E6EDE070C}"/>
              </a:ext>
            </a:extLst>
          </p:cNvPr>
          <p:cNvCxnSpPr/>
          <p:nvPr/>
        </p:nvCxnSpPr>
        <p:spPr>
          <a:xfrm>
            <a:off x="2299683" y="2778288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TextBox 342">
            <a:extLst>
              <a:ext uri="{FF2B5EF4-FFF2-40B4-BE49-F238E27FC236}">
                <a16:creationId xmlns:a16="http://schemas.microsoft.com/office/drawing/2014/main" id="{8D054836-2157-3BAC-A7D8-5291EF62197A}"/>
              </a:ext>
            </a:extLst>
          </p:cNvPr>
          <p:cNvSpPr txBox="1"/>
          <p:nvPr/>
        </p:nvSpPr>
        <p:spPr>
          <a:xfrm>
            <a:off x="6208561" y="3286511"/>
            <a:ext cx="4106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B6AF60-D791-21FB-8A86-0D04258DAA85}"/>
              </a:ext>
            </a:extLst>
          </p:cNvPr>
          <p:cNvSpPr/>
          <p:nvPr/>
        </p:nvSpPr>
        <p:spPr>
          <a:xfrm>
            <a:off x="5446396" y="1862975"/>
            <a:ext cx="77092" cy="346034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EB474B-DE86-EFAF-1F7B-17DC4F663F21}"/>
              </a:ext>
            </a:extLst>
          </p:cNvPr>
          <p:cNvSpPr/>
          <p:nvPr/>
        </p:nvSpPr>
        <p:spPr>
          <a:xfrm>
            <a:off x="7475098" y="1862975"/>
            <a:ext cx="163707" cy="37448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ADE79B-19DD-529A-5879-5E22D4125189}"/>
              </a:ext>
            </a:extLst>
          </p:cNvPr>
          <p:cNvSpPr/>
          <p:nvPr/>
        </p:nvSpPr>
        <p:spPr>
          <a:xfrm>
            <a:off x="10007220" y="1862975"/>
            <a:ext cx="104845" cy="374487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A85F51-CDCF-DFC4-A78B-5B79381B7901}"/>
              </a:ext>
            </a:extLst>
          </p:cNvPr>
          <p:cNvSpPr txBox="1"/>
          <p:nvPr/>
        </p:nvSpPr>
        <p:spPr>
          <a:xfrm>
            <a:off x="2391725" y="1595367"/>
            <a:ext cx="521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IF_ID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08595C-A8B4-EC1A-CEC5-C3F6C12A297B}"/>
              </a:ext>
            </a:extLst>
          </p:cNvPr>
          <p:cNvSpPr txBox="1"/>
          <p:nvPr/>
        </p:nvSpPr>
        <p:spPr>
          <a:xfrm>
            <a:off x="5233848" y="1616519"/>
            <a:ext cx="5709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ID_EX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44A068-9364-EA34-27D3-B5352516ABEB}"/>
              </a:ext>
            </a:extLst>
          </p:cNvPr>
          <p:cNvSpPr txBox="1"/>
          <p:nvPr/>
        </p:nvSpPr>
        <p:spPr>
          <a:xfrm>
            <a:off x="7161597" y="1609434"/>
            <a:ext cx="753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EX_MEM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76CC08-2328-4CAE-36E1-B6668E8E0A0B}"/>
              </a:ext>
            </a:extLst>
          </p:cNvPr>
          <p:cNvSpPr txBox="1"/>
          <p:nvPr/>
        </p:nvSpPr>
        <p:spPr>
          <a:xfrm>
            <a:off x="9669913" y="1599530"/>
            <a:ext cx="8146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MEM_WB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8009FE0-7787-A3EB-6282-7D22C75D2C48}"/>
              </a:ext>
            </a:extLst>
          </p:cNvPr>
          <p:cNvSpPr/>
          <p:nvPr/>
        </p:nvSpPr>
        <p:spPr>
          <a:xfrm>
            <a:off x="2601370" y="1852437"/>
            <a:ext cx="142681" cy="36004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0FCEB13D-6178-8B05-6BF7-AA34265C10ED}"/>
              </a:ext>
            </a:extLst>
          </p:cNvPr>
          <p:cNvCxnSpPr>
            <a:cxnSpLocks/>
          </p:cNvCxnSpPr>
          <p:nvPr/>
        </p:nvCxnSpPr>
        <p:spPr>
          <a:xfrm>
            <a:off x="4037829" y="5515103"/>
            <a:ext cx="22987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5964E24E-8C81-EFE0-AB26-0F6BAD08C8E1}"/>
              </a:ext>
            </a:extLst>
          </p:cNvPr>
          <p:cNvSpPr/>
          <p:nvPr/>
        </p:nvSpPr>
        <p:spPr>
          <a:xfrm>
            <a:off x="3359040" y="5378104"/>
            <a:ext cx="678789" cy="48470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AF8D060-B516-028F-A160-DDD58A9B4A1C}"/>
              </a:ext>
            </a:extLst>
          </p:cNvPr>
          <p:cNvSpPr txBox="1"/>
          <p:nvPr/>
        </p:nvSpPr>
        <p:spPr>
          <a:xfrm>
            <a:off x="3324386" y="5397991"/>
            <a:ext cx="72968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Hazard</a:t>
            </a:r>
          </a:p>
          <a:p>
            <a:pPr algn="ctr"/>
            <a:r>
              <a:rPr lang="en-US" sz="1000" dirty="0"/>
              <a:t>Detection</a:t>
            </a:r>
          </a:p>
        </p:txBody>
      </p: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11C911C3-06B1-BA27-0E72-8513B7FA953C}"/>
              </a:ext>
            </a:extLst>
          </p:cNvPr>
          <p:cNvGrpSpPr/>
          <p:nvPr/>
        </p:nvGrpSpPr>
        <p:grpSpPr>
          <a:xfrm>
            <a:off x="5830434" y="2831816"/>
            <a:ext cx="234557" cy="870633"/>
            <a:chOff x="6175096" y="3854324"/>
            <a:chExt cx="144932" cy="375881"/>
          </a:xfrm>
        </p:grpSpPr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5E9EAA92-B7C4-DD4B-50B7-50393C26597E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F9A305E6-83B9-53CB-E1E6-ED7E1376DC87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20A6F3B-4AFC-D39D-EB32-07F264CE6C5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4A1E492F-FDFD-873C-401A-ED664BFB161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B4CB413E-FC95-91DD-71A9-E415E9DA0C6F}"/>
              </a:ext>
            </a:extLst>
          </p:cNvPr>
          <p:cNvCxnSpPr>
            <a:cxnSpLocks/>
          </p:cNvCxnSpPr>
          <p:nvPr/>
        </p:nvCxnSpPr>
        <p:spPr>
          <a:xfrm>
            <a:off x="5621061" y="3189385"/>
            <a:ext cx="20724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37C14550-6462-0A41-3B27-18A6907D7904}"/>
              </a:ext>
            </a:extLst>
          </p:cNvPr>
          <p:cNvCxnSpPr>
            <a:cxnSpLocks/>
          </p:cNvCxnSpPr>
          <p:nvPr/>
        </p:nvCxnSpPr>
        <p:spPr>
          <a:xfrm>
            <a:off x="5947713" y="2194560"/>
            <a:ext cx="0" cy="7325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62EF4D9E-D764-5247-28FB-BAE945716B98}"/>
              </a:ext>
            </a:extLst>
          </p:cNvPr>
          <p:cNvCxnSpPr>
            <a:cxnSpLocks/>
          </p:cNvCxnSpPr>
          <p:nvPr/>
        </p:nvCxnSpPr>
        <p:spPr>
          <a:xfrm>
            <a:off x="6069777" y="3294127"/>
            <a:ext cx="8908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5DF69978-CC37-5610-DC69-A84154C64107}"/>
              </a:ext>
            </a:extLst>
          </p:cNvPr>
          <p:cNvCxnSpPr>
            <a:cxnSpLocks/>
          </p:cNvCxnSpPr>
          <p:nvPr/>
        </p:nvCxnSpPr>
        <p:spPr>
          <a:xfrm flipV="1">
            <a:off x="5734007" y="2991130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4F69D383-57D0-7010-D975-FB7C130FA504}"/>
              </a:ext>
            </a:extLst>
          </p:cNvPr>
          <p:cNvCxnSpPr>
            <a:cxnSpLocks/>
          </p:cNvCxnSpPr>
          <p:nvPr/>
        </p:nvCxnSpPr>
        <p:spPr>
          <a:xfrm flipV="1">
            <a:off x="6157677" y="3571106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Straight Connector 140">
            <a:extLst>
              <a:ext uri="{FF2B5EF4-FFF2-40B4-BE49-F238E27FC236}">
                <a16:creationId xmlns:a16="http://schemas.microsoft.com/office/drawing/2014/main" id="{82BA7206-C813-3D1D-EF15-085AE42D06BA}"/>
              </a:ext>
            </a:extLst>
          </p:cNvPr>
          <p:cNvCxnSpPr>
            <a:cxnSpLocks/>
          </p:cNvCxnSpPr>
          <p:nvPr/>
        </p:nvCxnSpPr>
        <p:spPr>
          <a:xfrm flipV="1">
            <a:off x="6151245" y="3294127"/>
            <a:ext cx="0" cy="27697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72E4A58B-D113-DF30-6FDE-AF16B5A0FA9E}"/>
              </a:ext>
            </a:extLst>
          </p:cNvPr>
          <p:cNvCxnSpPr>
            <a:cxnSpLocks/>
          </p:cNvCxnSpPr>
          <p:nvPr/>
        </p:nvCxnSpPr>
        <p:spPr>
          <a:xfrm flipV="1">
            <a:off x="5736920" y="3391695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>
            <a:extLst>
              <a:ext uri="{FF2B5EF4-FFF2-40B4-BE49-F238E27FC236}">
                <a16:creationId xmlns:a16="http://schemas.microsoft.com/office/drawing/2014/main" id="{F7769E95-3C9A-A1D0-7BAA-ED25D87EE1E8}"/>
              </a:ext>
            </a:extLst>
          </p:cNvPr>
          <p:cNvSpPr txBox="1"/>
          <p:nvPr/>
        </p:nvSpPr>
        <p:spPr>
          <a:xfrm>
            <a:off x="5029828" y="3273334"/>
            <a:ext cx="7777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/>
              <a:t>”10000000”</a:t>
            </a:r>
          </a:p>
        </p:txBody>
      </p: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BF847ED-3744-0969-7E11-0755B86A5CDF}"/>
              </a:ext>
            </a:extLst>
          </p:cNvPr>
          <p:cNvCxnSpPr/>
          <p:nvPr/>
        </p:nvCxnSpPr>
        <p:spPr>
          <a:xfrm flipH="1">
            <a:off x="5736066" y="2617769"/>
            <a:ext cx="105790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Connector 187">
            <a:extLst>
              <a:ext uri="{FF2B5EF4-FFF2-40B4-BE49-F238E27FC236}">
                <a16:creationId xmlns:a16="http://schemas.microsoft.com/office/drawing/2014/main" id="{C9DB0418-00F7-DDD7-D7E7-F4610D3EEFA6}"/>
              </a:ext>
            </a:extLst>
          </p:cNvPr>
          <p:cNvCxnSpPr>
            <a:cxnSpLocks/>
          </p:cNvCxnSpPr>
          <p:nvPr/>
        </p:nvCxnSpPr>
        <p:spPr>
          <a:xfrm>
            <a:off x="5732729" y="2611094"/>
            <a:ext cx="0" cy="3829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Straight Connector 192">
            <a:extLst>
              <a:ext uri="{FF2B5EF4-FFF2-40B4-BE49-F238E27FC236}">
                <a16:creationId xmlns:a16="http://schemas.microsoft.com/office/drawing/2014/main" id="{DB22DC2B-CF41-92F4-F2B9-B6F10DE0EAE2}"/>
              </a:ext>
            </a:extLst>
          </p:cNvPr>
          <p:cNvCxnSpPr/>
          <p:nvPr/>
        </p:nvCxnSpPr>
        <p:spPr>
          <a:xfrm flipH="1">
            <a:off x="5645961" y="2404186"/>
            <a:ext cx="369764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7" name="Straight Connector 196">
            <a:extLst>
              <a:ext uri="{FF2B5EF4-FFF2-40B4-BE49-F238E27FC236}">
                <a16:creationId xmlns:a16="http://schemas.microsoft.com/office/drawing/2014/main" id="{854030FC-7D6A-E850-3E7A-0A74E2624E38}"/>
              </a:ext>
            </a:extLst>
          </p:cNvPr>
          <p:cNvCxnSpPr/>
          <p:nvPr/>
        </p:nvCxnSpPr>
        <p:spPr>
          <a:xfrm flipV="1">
            <a:off x="5649298" y="2417535"/>
            <a:ext cx="0" cy="77412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C6FDD443-491D-B8C9-0359-814E397D9C25}"/>
              </a:ext>
            </a:extLst>
          </p:cNvPr>
          <p:cNvCxnSpPr/>
          <p:nvPr/>
        </p:nvCxnSpPr>
        <p:spPr>
          <a:xfrm>
            <a:off x="3359244" y="4252509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4ED870C-7DDD-18C7-6A4F-0D2CDF59EA50}"/>
              </a:ext>
            </a:extLst>
          </p:cNvPr>
          <p:cNvCxnSpPr>
            <a:cxnSpLocks/>
          </p:cNvCxnSpPr>
          <p:nvPr/>
        </p:nvCxnSpPr>
        <p:spPr>
          <a:xfrm>
            <a:off x="4372527" y="2421549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71CFDDD6-C726-691B-9CA9-125BE7E5CADA}"/>
              </a:ext>
            </a:extLst>
          </p:cNvPr>
          <p:cNvSpPr txBox="1"/>
          <p:nvPr/>
        </p:nvSpPr>
        <p:spPr>
          <a:xfrm>
            <a:off x="3310209" y="1961292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B5FAFD36-E7BE-8A22-0C52-FA46F61778F0}"/>
              </a:ext>
            </a:extLst>
          </p:cNvPr>
          <p:cNvSpPr txBox="1"/>
          <p:nvPr/>
        </p:nvSpPr>
        <p:spPr>
          <a:xfrm>
            <a:off x="3313362" y="2376665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C3290510-9088-6A3E-5DFA-AEBEB6FBD1A1}"/>
              </a:ext>
            </a:extLst>
          </p:cNvPr>
          <p:cNvCxnSpPr>
            <a:cxnSpLocks/>
          </p:cNvCxnSpPr>
          <p:nvPr/>
        </p:nvCxnSpPr>
        <p:spPr>
          <a:xfrm flipV="1">
            <a:off x="4656723" y="2579639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D9A6022-1D6D-F3DA-CC84-317FF5FD6666}"/>
              </a:ext>
            </a:extLst>
          </p:cNvPr>
          <p:cNvSpPr txBox="1"/>
          <p:nvPr/>
        </p:nvSpPr>
        <p:spPr>
          <a:xfrm>
            <a:off x="4334630" y="2461304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8B5AEF34-ADB3-754B-DE80-ABD4D3F0450B}"/>
              </a:ext>
            </a:extLst>
          </p:cNvPr>
          <p:cNvGrpSpPr/>
          <p:nvPr/>
        </p:nvGrpSpPr>
        <p:grpSpPr>
          <a:xfrm>
            <a:off x="3849394" y="1970747"/>
            <a:ext cx="292770" cy="637674"/>
            <a:chOff x="1074820" y="1507958"/>
            <a:chExt cx="292770" cy="637674"/>
          </a:xfrm>
        </p:grpSpPr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1CDC5C6D-A82B-99F5-6FC5-EEDD54CCF190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A4EF0649-3BED-33BA-DD96-FB9FA511E98C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F388C33F-5E4F-4884-089C-DF42CBAA3E4C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735B5BAB-BBDC-4A8E-3A36-97A6349BBE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45C3381F-390D-C2F3-E51B-5BEF92543EE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865DD84B-4F29-10E5-2D86-6E2018D0463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8DAAB301-BA98-4D82-23E6-354878570163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3" name="Straight Arrow Connector 172">
            <a:extLst>
              <a:ext uri="{FF2B5EF4-FFF2-40B4-BE49-F238E27FC236}">
                <a16:creationId xmlns:a16="http://schemas.microsoft.com/office/drawing/2014/main" id="{526219D0-7A62-A14B-B0E1-B1C20BB4E6B6}"/>
              </a:ext>
            </a:extLst>
          </p:cNvPr>
          <p:cNvCxnSpPr>
            <a:cxnSpLocks/>
          </p:cNvCxnSpPr>
          <p:nvPr/>
        </p:nvCxnSpPr>
        <p:spPr>
          <a:xfrm>
            <a:off x="3675459" y="2502142"/>
            <a:ext cx="1739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Arrow Connector 173">
            <a:extLst>
              <a:ext uri="{FF2B5EF4-FFF2-40B4-BE49-F238E27FC236}">
                <a16:creationId xmlns:a16="http://schemas.microsoft.com/office/drawing/2014/main" id="{73CA6134-70D5-34FA-00BD-59378BC13DD1}"/>
              </a:ext>
            </a:extLst>
          </p:cNvPr>
          <p:cNvCxnSpPr/>
          <p:nvPr/>
        </p:nvCxnSpPr>
        <p:spPr>
          <a:xfrm>
            <a:off x="3671586" y="207702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58EBC1B8-4825-3984-18AF-440ADACF2ABF}"/>
              </a:ext>
            </a:extLst>
          </p:cNvPr>
          <p:cNvSpPr txBox="1"/>
          <p:nvPr/>
        </p:nvSpPr>
        <p:spPr>
          <a:xfrm>
            <a:off x="3884231" y="2175559"/>
            <a:ext cx="351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“+”</a:t>
            </a:r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0D200FF7-E333-ACB1-85A2-D9AC30E6FCDF}"/>
              </a:ext>
            </a:extLst>
          </p:cNvPr>
          <p:cNvCxnSpPr>
            <a:cxnSpLocks/>
          </p:cNvCxnSpPr>
          <p:nvPr/>
        </p:nvCxnSpPr>
        <p:spPr>
          <a:xfrm flipV="1">
            <a:off x="4634375" y="2755109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0E85AB3B-858D-5BF6-ED0E-B3C0624C86F7}"/>
              </a:ext>
            </a:extLst>
          </p:cNvPr>
          <p:cNvSpPr txBox="1"/>
          <p:nvPr/>
        </p:nvSpPr>
        <p:spPr>
          <a:xfrm>
            <a:off x="4379586" y="2641578"/>
            <a:ext cx="33214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PC</a:t>
            </a:r>
          </a:p>
        </p:txBody>
      </p:sp>
      <p:cxnSp>
        <p:nvCxnSpPr>
          <p:cNvPr id="190" name="Straight Arrow Connector 189">
            <a:extLst>
              <a:ext uri="{FF2B5EF4-FFF2-40B4-BE49-F238E27FC236}">
                <a16:creationId xmlns:a16="http://schemas.microsoft.com/office/drawing/2014/main" id="{663EF25C-11FE-91FB-6359-867A30C024D1}"/>
              </a:ext>
            </a:extLst>
          </p:cNvPr>
          <p:cNvCxnSpPr>
            <a:cxnSpLocks/>
          </p:cNvCxnSpPr>
          <p:nvPr/>
        </p:nvCxnSpPr>
        <p:spPr>
          <a:xfrm>
            <a:off x="4372527" y="2207613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C4DF3196-3785-A9E7-1F1B-2A6EE6375854}"/>
              </a:ext>
            </a:extLst>
          </p:cNvPr>
          <p:cNvCxnSpPr>
            <a:cxnSpLocks/>
          </p:cNvCxnSpPr>
          <p:nvPr/>
        </p:nvCxnSpPr>
        <p:spPr>
          <a:xfrm>
            <a:off x="4372527" y="2207613"/>
            <a:ext cx="0" cy="213936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E418A0F2-C32C-CA49-AA0F-30FCCCAA2766}"/>
              </a:ext>
            </a:extLst>
          </p:cNvPr>
          <p:cNvCxnSpPr>
            <a:cxnSpLocks/>
          </p:cNvCxnSpPr>
          <p:nvPr/>
        </p:nvCxnSpPr>
        <p:spPr>
          <a:xfrm>
            <a:off x="4139842" y="2315754"/>
            <a:ext cx="232685" cy="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C55C5F-A294-A543-9E3E-E324A93D8CA8}"/>
              </a:ext>
            </a:extLst>
          </p:cNvPr>
          <p:cNvCxnSpPr>
            <a:cxnSpLocks/>
          </p:cNvCxnSpPr>
          <p:nvPr/>
        </p:nvCxnSpPr>
        <p:spPr>
          <a:xfrm flipV="1">
            <a:off x="10997645" y="4034709"/>
            <a:ext cx="0" cy="6165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CC19F9B-6EDF-6B64-E3B0-E660B8C52E68}"/>
              </a:ext>
            </a:extLst>
          </p:cNvPr>
          <p:cNvCxnSpPr>
            <a:cxnSpLocks/>
          </p:cNvCxnSpPr>
          <p:nvPr/>
        </p:nvCxnSpPr>
        <p:spPr>
          <a:xfrm flipH="1">
            <a:off x="10946889" y="4449728"/>
            <a:ext cx="107051" cy="691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D07766FF-137E-CFC5-F36B-18899A589011}"/>
              </a:ext>
            </a:extLst>
          </p:cNvPr>
          <p:cNvCxnSpPr>
            <a:cxnSpLocks/>
          </p:cNvCxnSpPr>
          <p:nvPr/>
        </p:nvCxnSpPr>
        <p:spPr>
          <a:xfrm flipH="1">
            <a:off x="5894187" y="2482125"/>
            <a:ext cx="107051" cy="691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ABE6E774-8C9B-4489-D948-65607F2E188A}"/>
              </a:ext>
            </a:extLst>
          </p:cNvPr>
          <p:cNvCxnSpPr>
            <a:cxnSpLocks/>
          </p:cNvCxnSpPr>
          <p:nvPr/>
        </p:nvCxnSpPr>
        <p:spPr>
          <a:xfrm flipV="1">
            <a:off x="4871195" y="2834512"/>
            <a:ext cx="0" cy="3189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147">
            <a:extLst>
              <a:ext uri="{FF2B5EF4-FFF2-40B4-BE49-F238E27FC236}">
                <a16:creationId xmlns:a16="http://schemas.microsoft.com/office/drawing/2014/main" id="{FE9EFFB0-0DED-2330-8209-FC39718441DD}"/>
              </a:ext>
            </a:extLst>
          </p:cNvPr>
          <p:cNvCxnSpPr>
            <a:cxnSpLocks/>
          </p:cNvCxnSpPr>
          <p:nvPr/>
        </p:nvCxnSpPr>
        <p:spPr>
          <a:xfrm flipH="1">
            <a:off x="4827227" y="3020434"/>
            <a:ext cx="85431" cy="621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2FC45EE7-792B-F72E-2C03-735BF8B795D9}"/>
              </a:ext>
            </a:extLst>
          </p:cNvPr>
          <p:cNvCxnSpPr>
            <a:cxnSpLocks/>
          </p:cNvCxnSpPr>
          <p:nvPr/>
        </p:nvCxnSpPr>
        <p:spPr>
          <a:xfrm>
            <a:off x="4862151" y="1836978"/>
            <a:ext cx="0" cy="3251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6C7963B8-EAB3-1251-7B88-E9681119B880}"/>
              </a:ext>
            </a:extLst>
          </p:cNvPr>
          <p:cNvSpPr txBox="1"/>
          <p:nvPr/>
        </p:nvSpPr>
        <p:spPr>
          <a:xfrm>
            <a:off x="4493604" y="1641448"/>
            <a:ext cx="6719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Not equal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E64875F-2B8E-5F20-AD69-75128545C0DD}"/>
              </a:ext>
            </a:extLst>
          </p:cNvPr>
          <p:cNvSpPr/>
          <p:nvPr/>
        </p:nvSpPr>
        <p:spPr>
          <a:xfrm>
            <a:off x="4458121" y="1413057"/>
            <a:ext cx="736311" cy="418585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7427857C-18CF-7E87-7DE9-41875BFC41AB}"/>
              </a:ext>
            </a:extLst>
          </p:cNvPr>
          <p:cNvCxnSpPr>
            <a:cxnSpLocks/>
          </p:cNvCxnSpPr>
          <p:nvPr/>
        </p:nvCxnSpPr>
        <p:spPr>
          <a:xfrm>
            <a:off x="5032030" y="1275167"/>
            <a:ext cx="0" cy="137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566064C-F469-508F-113D-556CBC75A869}"/>
              </a:ext>
            </a:extLst>
          </p:cNvPr>
          <p:cNvSpPr txBox="1"/>
          <p:nvPr/>
        </p:nvSpPr>
        <p:spPr>
          <a:xfrm>
            <a:off x="4815413" y="1108528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dout2</a:t>
            </a: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D4AC79D0-5B76-D005-1A27-F76F271A152F}"/>
              </a:ext>
            </a:extLst>
          </p:cNvPr>
          <p:cNvCxnSpPr/>
          <p:nvPr/>
        </p:nvCxnSpPr>
        <p:spPr>
          <a:xfrm flipV="1">
            <a:off x="8862876" y="3303944"/>
            <a:ext cx="0" cy="1676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573E486-DDBA-B7A3-E389-F5E5A985545B}"/>
              </a:ext>
            </a:extLst>
          </p:cNvPr>
          <p:cNvCxnSpPr>
            <a:cxnSpLocks/>
          </p:cNvCxnSpPr>
          <p:nvPr/>
        </p:nvCxnSpPr>
        <p:spPr>
          <a:xfrm>
            <a:off x="6907069" y="5094338"/>
            <a:ext cx="22987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3D2EB1C4-2755-0DE5-C940-8A0D147C2810}"/>
              </a:ext>
            </a:extLst>
          </p:cNvPr>
          <p:cNvSpPr/>
          <p:nvPr/>
        </p:nvSpPr>
        <p:spPr>
          <a:xfrm>
            <a:off x="6228280" y="4957338"/>
            <a:ext cx="678789" cy="64579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BD10473-3570-2913-7509-96632D327051}"/>
              </a:ext>
            </a:extLst>
          </p:cNvPr>
          <p:cNvSpPr txBox="1"/>
          <p:nvPr/>
        </p:nvSpPr>
        <p:spPr>
          <a:xfrm>
            <a:off x="6266442" y="5022889"/>
            <a:ext cx="64312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  <a:p>
            <a:pPr algn="ctr"/>
            <a:r>
              <a:rPr lang="en-US" sz="1000" dirty="0"/>
              <a:t>Forward</a:t>
            </a:r>
          </a:p>
          <a:p>
            <a:pPr algn="ctr"/>
            <a:r>
              <a:rPr lang="en-US" sz="1000" dirty="0"/>
              <a:t>Unit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9835194-3BFD-10CD-326E-7086C789412E}"/>
              </a:ext>
            </a:extLst>
          </p:cNvPr>
          <p:cNvCxnSpPr>
            <a:cxnSpLocks/>
          </p:cNvCxnSpPr>
          <p:nvPr/>
        </p:nvCxnSpPr>
        <p:spPr>
          <a:xfrm>
            <a:off x="5765920" y="5027975"/>
            <a:ext cx="4709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3FEF4D69-29A5-1207-9833-621D95AFAD33}"/>
              </a:ext>
            </a:extLst>
          </p:cNvPr>
          <p:cNvCxnSpPr>
            <a:cxnSpLocks/>
          </p:cNvCxnSpPr>
          <p:nvPr/>
        </p:nvCxnSpPr>
        <p:spPr>
          <a:xfrm>
            <a:off x="5901832" y="5193796"/>
            <a:ext cx="33507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723D0E84-7FA0-BDD6-FDF0-A9AB9722FE67}"/>
              </a:ext>
            </a:extLst>
          </p:cNvPr>
          <p:cNvCxnSpPr>
            <a:cxnSpLocks/>
          </p:cNvCxnSpPr>
          <p:nvPr/>
        </p:nvCxnSpPr>
        <p:spPr>
          <a:xfrm>
            <a:off x="5538404" y="5298202"/>
            <a:ext cx="6839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CA286BA-FE44-E380-0BBD-B76E3B15005B}"/>
              </a:ext>
            </a:extLst>
          </p:cNvPr>
          <p:cNvCxnSpPr>
            <a:cxnSpLocks/>
          </p:cNvCxnSpPr>
          <p:nvPr/>
        </p:nvCxnSpPr>
        <p:spPr>
          <a:xfrm>
            <a:off x="5885190" y="4761566"/>
            <a:ext cx="412176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97725506-B5BD-226C-7AD1-C09790F81C94}"/>
              </a:ext>
            </a:extLst>
          </p:cNvPr>
          <p:cNvCxnSpPr>
            <a:cxnSpLocks/>
          </p:cNvCxnSpPr>
          <p:nvPr/>
        </p:nvCxnSpPr>
        <p:spPr>
          <a:xfrm>
            <a:off x="5902908" y="4762568"/>
            <a:ext cx="0" cy="4371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71CD65D9-0819-F3FB-BBC6-E6EC0D590B41}"/>
              </a:ext>
            </a:extLst>
          </p:cNvPr>
          <p:cNvCxnSpPr>
            <a:cxnSpLocks/>
          </p:cNvCxnSpPr>
          <p:nvPr/>
        </p:nvCxnSpPr>
        <p:spPr>
          <a:xfrm>
            <a:off x="5773621" y="4593163"/>
            <a:ext cx="0" cy="4371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8AC26B0D-B0A5-2DA8-842F-D10BD7A35D69}"/>
              </a:ext>
            </a:extLst>
          </p:cNvPr>
          <p:cNvCxnSpPr>
            <a:cxnSpLocks/>
          </p:cNvCxnSpPr>
          <p:nvPr/>
        </p:nvCxnSpPr>
        <p:spPr>
          <a:xfrm>
            <a:off x="5773237" y="4606277"/>
            <a:ext cx="17001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DC5F1F91-6CC7-C60C-BCEE-6643813C9FFE}"/>
              </a:ext>
            </a:extLst>
          </p:cNvPr>
          <p:cNvCxnSpPr>
            <a:cxnSpLocks/>
          </p:cNvCxnSpPr>
          <p:nvPr/>
        </p:nvCxnSpPr>
        <p:spPr>
          <a:xfrm flipV="1">
            <a:off x="6588931" y="5612860"/>
            <a:ext cx="0" cy="43418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2822CE25-798B-8464-116B-0C053CE44114}"/>
              </a:ext>
            </a:extLst>
          </p:cNvPr>
          <p:cNvCxnSpPr>
            <a:cxnSpLocks/>
          </p:cNvCxnSpPr>
          <p:nvPr/>
        </p:nvCxnSpPr>
        <p:spPr>
          <a:xfrm flipH="1">
            <a:off x="6538175" y="5845543"/>
            <a:ext cx="107051" cy="691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E2A0AABA-ADB3-2849-6246-E1410E1EB0A7}"/>
              </a:ext>
            </a:extLst>
          </p:cNvPr>
          <p:cNvCxnSpPr>
            <a:cxnSpLocks/>
          </p:cNvCxnSpPr>
          <p:nvPr/>
        </p:nvCxnSpPr>
        <p:spPr>
          <a:xfrm>
            <a:off x="2902302" y="5747045"/>
            <a:ext cx="442253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521D3994-D4BE-156E-DB2D-ABB3E732B793}"/>
              </a:ext>
            </a:extLst>
          </p:cNvPr>
          <p:cNvCxnSpPr>
            <a:cxnSpLocks/>
          </p:cNvCxnSpPr>
          <p:nvPr/>
        </p:nvCxnSpPr>
        <p:spPr>
          <a:xfrm>
            <a:off x="2913414" y="5530860"/>
            <a:ext cx="0" cy="214649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6E6A93EA-E883-B3A1-2E7C-B387381983D1}"/>
              </a:ext>
            </a:extLst>
          </p:cNvPr>
          <p:cNvCxnSpPr>
            <a:cxnSpLocks/>
          </p:cNvCxnSpPr>
          <p:nvPr/>
        </p:nvCxnSpPr>
        <p:spPr>
          <a:xfrm>
            <a:off x="3137850" y="5530152"/>
            <a:ext cx="211703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D3EDA99A-30A4-F982-B715-474CFCA4CF10}"/>
              </a:ext>
            </a:extLst>
          </p:cNvPr>
          <p:cNvCxnSpPr>
            <a:cxnSpLocks/>
          </p:cNvCxnSpPr>
          <p:nvPr/>
        </p:nvCxnSpPr>
        <p:spPr>
          <a:xfrm flipH="1">
            <a:off x="2511119" y="5576977"/>
            <a:ext cx="39861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3C226CA3-1732-8170-4B80-9A913F784713}"/>
              </a:ext>
            </a:extLst>
          </p:cNvPr>
          <p:cNvCxnSpPr>
            <a:cxnSpLocks/>
          </p:cNvCxnSpPr>
          <p:nvPr/>
        </p:nvCxnSpPr>
        <p:spPr>
          <a:xfrm>
            <a:off x="3136484" y="5250897"/>
            <a:ext cx="0" cy="279963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4F4AF458-FF60-7841-5DF7-351701BBE355}"/>
              </a:ext>
            </a:extLst>
          </p:cNvPr>
          <p:cNvCxnSpPr>
            <a:cxnSpLocks/>
          </p:cNvCxnSpPr>
          <p:nvPr/>
        </p:nvCxnSpPr>
        <p:spPr>
          <a:xfrm>
            <a:off x="2759850" y="5241548"/>
            <a:ext cx="383938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2DFAFABE-FCDA-D3BB-29F9-62EB431D04BC}"/>
              </a:ext>
            </a:extLst>
          </p:cNvPr>
          <p:cNvCxnSpPr/>
          <p:nvPr/>
        </p:nvCxnSpPr>
        <p:spPr>
          <a:xfrm flipH="1">
            <a:off x="2952806" y="5177183"/>
            <a:ext cx="77899" cy="1295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FBB6A677-BE42-45AD-A7A2-3879C2126822}"/>
              </a:ext>
            </a:extLst>
          </p:cNvPr>
          <p:cNvSpPr txBox="1"/>
          <p:nvPr/>
        </p:nvSpPr>
        <p:spPr>
          <a:xfrm>
            <a:off x="2834608" y="5072614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4</a:t>
            </a:r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3A847D55-8D2B-A033-F3EB-74FED50FA3DC}"/>
              </a:ext>
            </a:extLst>
          </p:cNvPr>
          <p:cNvSpPr txBox="1"/>
          <p:nvPr/>
        </p:nvSpPr>
        <p:spPr>
          <a:xfrm>
            <a:off x="4150005" y="5374286"/>
            <a:ext cx="86148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 err="1"/>
              <a:t>start_stall</a:t>
            </a:r>
            <a:endParaRPr lang="en-US" sz="1000" dirty="0"/>
          </a:p>
        </p:txBody>
      </p:sp>
      <p:cxnSp>
        <p:nvCxnSpPr>
          <p:cNvPr id="237" name="Straight Arrow Connector 236">
            <a:extLst>
              <a:ext uri="{FF2B5EF4-FFF2-40B4-BE49-F238E27FC236}">
                <a16:creationId xmlns:a16="http://schemas.microsoft.com/office/drawing/2014/main" id="{3C56AE84-4241-3D64-52E3-630A1A95C92D}"/>
              </a:ext>
            </a:extLst>
          </p:cNvPr>
          <p:cNvCxnSpPr>
            <a:cxnSpLocks/>
          </p:cNvCxnSpPr>
          <p:nvPr/>
        </p:nvCxnSpPr>
        <p:spPr>
          <a:xfrm>
            <a:off x="5713904" y="5607852"/>
            <a:ext cx="0" cy="739872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5" name="Straight Arrow Connector 244">
            <a:extLst>
              <a:ext uri="{FF2B5EF4-FFF2-40B4-BE49-F238E27FC236}">
                <a16:creationId xmlns:a16="http://schemas.microsoft.com/office/drawing/2014/main" id="{845DB4F8-12AC-939D-C612-4647A063D1B8}"/>
              </a:ext>
            </a:extLst>
          </p:cNvPr>
          <p:cNvCxnSpPr>
            <a:cxnSpLocks/>
          </p:cNvCxnSpPr>
          <p:nvPr/>
        </p:nvCxnSpPr>
        <p:spPr>
          <a:xfrm>
            <a:off x="7969145" y="3840955"/>
            <a:ext cx="0" cy="2515397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3" name="Straight Connector 252">
            <a:extLst>
              <a:ext uri="{FF2B5EF4-FFF2-40B4-BE49-F238E27FC236}">
                <a16:creationId xmlns:a16="http://schemas.microsoft.com/office/drawing/2014/main" id="{8DE2A8EF-93C3-8D69-D4D5-8D0F0A1AEAB4}"/>
              </a:ext>
            </a:extLst>
          </p:cNvPr>
          <p:cNvCxnSpPr>
            <a:cxnSpLocks/>
          </p:cNvCxnSpPr>
          <p:nvPr/>
        </p:nvCxnSpPr>
        <p:spPr>
          <a:xfrm flipV="1">
            <a:off x="10477527" y="3638618"/>
            <a:ext cx="0" cy="25551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Arrow Connector 274">
            <a:extLst>
              <a:ext uri="{FF2B5EF4-FFF2-40B4-BE49-F238E27FC236}">
                <a16:creationId xmlns:a16="http://schemas.microsoft.com/office/drawing/2014/main" id="{C8E68A82-E671-20D8-C7E8-C451319C17B6}"/>
              </a:ext>
            </a:extLst>
          </p:cNvPr>
          <p:cNvCxnSpPr>
            <a:cxnSpLocks/>
          </p:cNvCxnSpPr>
          <p:nvPr/>
        </p:nvCxnSpPr>
        <p:spPr>
          <a:xfrm>
            <a:off x="5071589" y="5940394"/>
            <a:ext cx="22987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6" name="Rectangle 275">
            <a:extLst>
              <a:ext uri="{FF2B5EF4-FFF2-40B4-BE49-F238E27FC236}">
                <a16:creationId xmlns:a16="http://schemas.microsoft.com/office/drawing/2014/main" id="{387AC282-397C-B121-8B8D-9AE3B9B0358A}"/>
              </a:ext>
            </a:extLst>
          </p:cNvPr>
          <p:cNvSpPr/>
          <p:nvPr/>
        </p:nvSpPr>
        <p:spPr>
          <a:xfrm>
            <a:off x="4392800" y="5803394"/>
            <a:ext cx="678789" cy="64579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677060F7-EAC3-60D7-2A3C-1EFCAF50AD4D}"/>
              </a:ext>
            </a:extLst>
          </p:cNvPr>
          <p:cNvSpPr txBox="1"/>
          <p:nvPr/>
        </p:nvSpPr>
        <p:spPr>
          <a:xfrm>
            <a:off x="4430962" y="5868945"/>
            <a:ext cx="64312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Branch</a:t>
            </a:r>
          </a:p>
          <a:p>
            <a:pPr algn="ctr"/>
            <a:r>
              <a:rPr lang="en-US" sz="1000" dirty="0"/>
              <a:t>Forward</a:t>
            </a:r>
          </a:p>
          <a:p>
            <a:pPr algn="ctr"/>
            <a:r>
              <a:rPr lang="en-US" sz="1000" dirty="0"/>
              <a:t>Unit</a:t>
            </a:r>
          </a:p>
        </p:txBody>
      </p:sp>
      <p:cxnSp>
        <p:nvCxnSpPr>
          <p:cNvPr id="278" name="Straight Arrow Connector 277">
            <a:extLst>
              <a:ext uri="{FF2B5EF4-FFF2-40B4-BE49-F238E27FC236}">
                <a16:creationId xmlns:a16="http://schemas.microsoft.com/office/drawing/2014/main" id="{8A86DDC6-7EF2-A55E-86AB-B039F1025AA6}"/>
              </a:ext>
            </a:extLst>
          </p:cNvPr>
          <p:cNvCxnSpPr>
            <a:cxnSpLocks/>
          </p:cNvCxnSpPr>
          <p:nvPr/>
        </p:nvCxnSpPr>
        <p:spPr>
          <a:xfrm>
            <a:off x="4217262" y="5874031"/>
            <a:ext cx="18416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Straight Arrow Connector 278">
            <a:extLst>
              <a:ext uri="{FF2B5EF4-FFF2-40B4-BE49-F238E27FC236}">
                <a16:creationId xmlns:a16="http://schemas.microsoft.com/office/drawing/2014/main" id="{38160B21-10CC-284C-A2F1-5C49CB784B92}"/>
              </a:ext>
            </a:extLst>
          </p:cNvPr>
          <p:cNvCxnSpPr>
            <a:cxnSpLocks/>
          </p:cNvCxnSpPr>
          <p:nvPr/>
        </p:nvCxnSpPr>
        <p:spPr>
          <a:xfrm>
            <a:off x="4120537" y="6039852"/>
            <a:ext cx="28089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0" name="Straight Connector 279">
            <a:extLst>
              <a:ext uri="{FF2B5EF4-FFF2-40B4-BE49-F238E27FC236}">
                <a16:creationId xmlns:a16="http://schemas.microsoft.com/office/drawing/2014/main" id="{D21F7DE8-8DE2-3F34-AA30-18DFD0771516}"/>
              </a:ext>
            </a:extLst>
          </p:cNvPr>
          <p:cNvCxnSpPr>
            <a:cxnSpLocks/>
          </p:cNvCxnSpPr>
          <p:nvPr/>
        </p:nvCxnSpPr>
        <p:spPr>
          <a:xfrm>
            <a:off x="4120537" y="5588598"/>
            <a:ext cx="0" cy="4371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Straight Connector 281">
            <a:extLst>
              <a:ext uri="{FF2B5EF4-FFF2-40B4-BE49-F238E27FC236}">
                <a16:creationId xmlns:a16="http://schemas.microsoft.com/office/drawing/2014/main" id="{E1949B8D-D95F-E3DB-3679-7809008035CE}"/>
              </a:ext>
            </a:extLst>
          </p:cNvPr>
          <p:cNvCxnSpPr>
            <a:cxnSpLocks/>
          </p:cNvCxnSpPr>
          <p:nvPr/>
        </p:nvCxnSpPr>
        <p:spPr>
          <a:xfrm>
            <a:off x="4223876" y="5693493"/>
            <a:ext cx="17238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3" name="Straight Arrow Connector 282">
            <a:extLst>
              <a:ext uri="{FF2B5EF4-FFF2-40B4-BE49-F238E27FC236}">
                <a16:creationId xmlns:a16="http://schemas.microsoft.com/office/drawing/2014/main" id="{827174C5-C75B-B7CE-F88C-681B3E175F52}"/>
              </a:ext>
            </a:extLst>
          </p:cNvPr>
          <p:cNvCxnSpPr>
            <a:cxnSpLocks/>
          </p:cNvCxnSpPr>
          <p:nvPr/>
        </p:nvCxnSpPr>
        <p:spPr>
          <a:xfrm flipV="1">
            <a:off x="4753451" y="6458916"/>
            <a:ext cx="0" cy="31076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4" name="Straight Connector 283">
            <a:extLst>
              <a:ext uri="{FF2B5EF4-FFF2-40B4-BE49-F238E27FC236}">
                <a16:creationId xmlns:a16="http://schemas.microsoft.com/office/drawing/2014/main" id="{00D33967-F281-4A62-4121-E5FA3DAFA269}"/>
              </a:ext>
            </a:extLst>
          </p:cNvPr>
          <p:cNvCxnSpPr>
            <a:cxnSpLocks/>
          </p:cNvCxnSpPr>
          <p:nvPr/>
        </p:nvCxnSpPr>
        <p:spPr>
          <a:xfrm flipH="1">
            <a:off x="4708362" y="6622460"/>
            <a:ext cx="107051" cy="691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CD28274F-92E6-F852-6391-A717240DE2DF}"/>
              </a:ext>
            </a:extLst>
          </p:cNvPr>
          <p:cNvSpPr txBox="1"/>
          <p:nvPr/>
        </p:nvSpPr>
        <p:spPr>
          <a:xfrm>
            <a:off x="3730289" y="6150433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cxnSp>
        <p:nvCxnSpPr>
          <p:cNvPr id="289" name="Straight Arrow Connector 288">
            <a:extLst>
              <a:ext uri="{FF2B5EF4-FFF2-40B4-BE49-F238E27FC236}">
                <a16:creationId xmlns:a16="http://schemas.microsoft.com/office/drawing/2014/main" id="{B5D2A21B-C882-4B66-E567-0F64E21350DC}"/>
              </a:ext>
            </a:extLst>
          </p:cNvPr>
          <p:cNvCxnSpPr>
            <a:cxnSpLocks/>
          </p:cNvCxnSpPr>
          <p:nvPr/>
        </p:nvCxnSpPr>
        <p:spPr>
          <a:xfrm>
            <a:off x="4120537" y="6275417"/>
            <a:ext cx="2644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8" name="Straight Arrow Connector 297">
            <a:extLst>
              <a:ext uri="{FF2B5EF4-FFF2-40B4-BE49-F238E27FC236}">
                <a16:creationId xmlns:a16="http://schemas.microsoft.com/office/drawing/2014/main" id="{70483936-966F-CBD5-A492-4864BA70A64C}"/>
              </a:ext>
            </a:extLst>
          </p:cNvPr>
          <p:cNvCxnSpPr>
            <a:cxnSpLocks/>
          </p:cNvCxnSpPr>
          <p:nvPr/>
        </p:nvCxnSpPr>
        <p:spPr>
          <a:xfrm>
            <a:off x="4229389" y="5687367"/>
            <a:ext cx="0" cy="223428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Straight Connector 304">
            <a:extLst>
              <a:ext uri="{FF2B5EF4-FFF2-40B4-BE49-F238E27FC236}">
                <a16:creationId xmlns:a16="http://schemas.microsoft.com/office/drawing/2014/main" id="{1BF4F819-5D45-397F-4F03-C345534984AB}"/>
              </a:ext>
            </a:extLst>
          </p:cNvPr>
          <p:cNvCxnSpPr>
            <a:cxnSpLocks/>
          </p:cNvCxnSpPr>
          <p:nvPr/>
        </p:nvCxnSpPr>
        <p:spPr>
          <a:xfrm>
            <a:off x="5947713" y="5692909"/>
            <a:ext cx="0" cy="5034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5" name="Straight Connector 314">
            <a:extLst>
              <a:ext uri="{FF2B5EF4-FFF2-40B4-BE49-F238E27FC236}">
                <a16:creationId xmlns:a16="http://schemas.microsoft.com/office/drawing/2014/main" id="{811CAF9B-8464-18B3-80C0-E239A4B4AE56}"/>
              </a:ext>
            </a:extLst>
          </p:cNvPr>
          <p:cNvCxnSpPr>
            <a:cxnSpLocks/>
          </p:cNvCxnSpPr>
          <p:nvPr/>
        </p:nvCxnSpPr>
        <p:spPr>
          <a:xfrm>
            <a:off x="5937609" y="6192851"/>
            <a:ext cx="455843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3" name="Straight Arrow Connector 322">
            <a:extLst>
              <a:ext uri="{FF2B5EF4-FFF2-40B4-BE49-F238E27FC236}">
                <a16:creationId xmlns:a16="http://schemas.microsoft.com/office/drawing/2014/main" id="{E1345829-1330-B15F-1690-B34F82C9E175}"/>
              </a:ext>
            </a:extLst>
          </p:cNvPr>
          <p:cNvCxnSpPr>
            <a:cxnSpLocks/>
          </p:cNvCxnSpPr>
          <p:nvPr/>
        </p:nvCxnSpPr>
        <p:spPr>
          <a:xfrm>
            <a:off x="4633828" y="1249014"/>
            <a:ext cx="4113" cy="16747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Straight Connector 326">
            <a:extLst>
              <a:ext uri="{FF2B5EF4-FFF2-40B4-BE49-F238E27FC236}">
                <a16:creationId xmlns:a16="http://schemas.microsoft.com/office/drawing/2014/main" id="{CBA50DB1-68B5-3972-ACFE-BC8B4F1AC08C}"/>
              </a:ext>
            </a:extLst>
          </p:cNvPr>
          <p:cNvCxnSpPr>
            <a:cxnSpLocks/>
          </p:cNvCxnSpPr>
          <p:nvPr/>
        </p:nvCxnSpPr>
        <p:spPr>
          <a:xfrm>
            <a:off x="5700252" y="6345251"/>
            <a:ext cx="227125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Straight Connector 332">
            <a:extLst>
              <a:ext uri="{FF2B5EF4-FFF2-40B4-BE49-F238E27FC236}">
                <a16:creationId xmlns:a16="http://schemas.microsoft.com/office/drawing/2014/main" id="{691D3FA7-C286-87B3-AA1E-062BB45C1EAA}"/>
              </a:ext>
            </a:extLst>
          </p:cNvPr>
          <p:cNvCxnSpPr>
            <a:cxnSpLocks/>
          </p:cNvCxnSpPr>
          <p:nvPr/>
        </p:nvCxnSpPr>
        <p:spPr>
          <a:xfrm>
            <a:off x="4120537" y="5607852"/>
            <a:ext cx="160183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5" name="TextBox 334">
            <a:extLst>
              <a:ext uri="{FF2B5EF4-FFF2-40B4-BE49-F238E27FC236}">
                <a16:creationId xmlns:a16="http://schemas.microsoft.com/office/drawing/2014/main" id="{7445925B-CC01-40BD-8B87-8F2069BEAA85}"/>
              </a:ext>
            </a:extLst>
          </p:cNvPr>
          <p:cNvSpPr txBox="1"/>
          <p:nvPr/>
        </p:nvSpPr>
        <p:spPr>
          <a:xfrm>
            <a:off x="1136543" y="1071750"/>
            <a:ext cx="57579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next_pc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501170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7ab80a06-f029-45c0-84d1-7dad19ce3c61}" enabled="0" method="" siteId="{7ab80a06-f029-45c0-84d1-7dad19ce3c61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503</TotalTime>
  <Words>137</Words>
  <Application>Microsoft Office PowerPoint</Application>
  <PresentationFormat>Widescreen</PresentationFormat>
  <Paragraphs>79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York, George W CIV USAF USAFA DF/DFEC</dc:creator>
  <cp:lastModifiedBy>York, George W CIV USAF USAFA DF/DFEC</cp:lastModifiedBy>
  <cp:revision>14</cp:revision>
  <cp:lastPrinted>2025-07-01T16:24:47Z</cp:lastPrinted>
  <dcterms:created xsi:type="dcterms:W3CDTF">2025-06-30T15:01:42Z</dcterms:created>
  <dcterms:modified xsi:type="dcterms:W3CDTF">2026-05-15T18:24:12Z</dcterms:modified>
</cp:coreProperties>
</file>