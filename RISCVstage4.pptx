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50478D-03C3-4A9B-9853-97954EEDE79F}" v="5" dt="2026-03-10T17:12:02.8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00" d="100"/>
          <a:sy n="100" d="100"/>
        </p:scale>
        <p:origin x="87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custSel modSld">
      <pc:chgData name="York, George W CIV USAF USAFA DF/DFEC" userId="1fb5875a-4594-4db2-80fb-f0db3de11280" providerId="ADAL" clId="{09330963-85FD-4C99-A81B-94D0EE5CFFEB}" dt="2026-03-10T17:13:54.135" v="44" actId="1076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3-10T17:13:54.135" v="44" actId="1076"/>
        <pc:sldMkLst>
          <pc:docMk/>
          <pc:sldMk cId="1501170907" sldId="256"/>
        </pc:sldMkLst>
        <pc:spChg chg="ord">
          <ac:chgData name="York, George W CIV USAF USAFA DF/DFEC" userId="1fb5875a-4594-4db2-80fb-f0db3de11280" providerId="ADAL" clId="{09330963-85FD-4C99-A81B-94D0EE5CFFEB}" dt="2026-03-05T22:33:00.568" v="3" actId="167"/>
          <ac:spMkLst>
            <pc:docMk/>
            <pc:sldMk cId="1501170907" sldId="256"/>
            <ac:spMk id="90" creationId="{E5E3C8FC-BB27-8EAD-AA8B-33B131880EBA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19" creationId="{71CFDDD6-C726-691B-9CA9-125BE7E5CADA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20" creationId="{B5FAFD36-E7BE-8A22-0C52-FA46F61778F0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32" creationId="{0D9A6022-1D6D-F3DA-CC84-317FF5FD6666}"/>
          </ac:spMkLst>
        </pc:spChg>
        <pc:spChg chg="add mod">
          <ac:chgData name="York, George W CIV USAF USAFA DF/DFEC" userId="1fb5875a-4594-4db2-80fb-f0db3de11280" providerId="ADAL" clId="{09330963-85FD-4C99-A81B-94D0EE5CFFEB}" dt="2026-03-10T17:10:55.491" v="32" actId="1076"/>
          <ac:spMkLst>
            <pc:docMk/>
            <pc:sldMk cId="1501170907" sldId="256"/>
            <ac:spMk id="151" creationId="{CD28274F-92E6-F852-6391-A717240DE2DF}"/>
          </ac:spMkLst>
        </pc:spChg>
        <pc:spChg chg="add mod">
          <ac:chgData name="York, George W CIV USAF USAFA DF/DFEC" userId="1fb5875a-4594-4db2-80fb-f0db3de11280" providerId="ADAL" clId="{09330963-85FD-4C99-A81B-94D0EE5CFFEB}" dt="2026-03-10T17:10:55.491" v="32" actId="1076"/>
          <ac:spMkLst>
            <pc:docMk/>
            <pc:sldMk cId="1501170907" sldId="256"/>
            <ac:spMk id="153" creationId="{6C7963B8-EAB3-1251-7B88-E9681119B880}"/>
          </ac:spMkLst>
        </pc:spChg>
        <pc:spChg chg="add mod">
          <ac:chgData name="York, George W CIV USAF USAFA DF/DFEC" userId="1fb5875a-4594-4db2-80fb-f0db3de11280" providerId="ADAL" clId="{09330963-85FD-4C99-A81B-94D0EE5CFFEB}" dt="2026-03-10T17:10:55.491" v="32" actId="1076"/>
          <ac:spMkLst>
            <pc:docMk/>
            <pc:sldMk cId="1501170907" sldId="256"/>
            <ac:spMk id="154" creationId="{6E64875F-2B8E-5F20-AD69-75128545C0DD}"/>
          </ac:spMkLst>
        </pc:spChg>
        <pc:spChg chg="add mod">
          <ac:chgData name="York, George W CIV USAF USAFA DF/DFEC" userId="1fb5875a-4594-4db2-80fb-f0db3de11280" providerId="ADAL" clId="{09330963-85FD-4C99-A81B-94D0EE5CFFEB}" dt="2026-03-10T17:10:55.491" v="32" actId="1076"/>
          <ac:spMkLst>
            <pc:docMk/>
            <pc:sldMk cId="1501170907" sldId="256"/>
            <ac:spMk id="156" creationId="{2566064C-F469-508F-113D-556CBC75A869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84" creationId="{58EBC1B8-4825-3984-18AF-440ADACF2ABF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89" creationId="{0E85AB3B-858D-5BF6-ED0E-B3C0624C86F7}"/>
          </ac:spMkLst>
        </pc:spChg>
        <pc:spChg chg="add del mod">
          <ac:chgData name="York, George W CIV USAF USAFA DF/DFEC" userId="1fb5875a-4594-4db2-80fb-f0db3de11280" providerId="ADAL" clId="{09330963-85FD-4C99-A81B-94D0EE5CFFEB}" dt="2026-03-10T17:09:56.363" v="30" actId="478"/>
          <ac:spMkLst>
            <pc:docMk/>
            <pc:sldMk cId="1501170907" sldId="256"/>
            <ac:spMk id="199" creationId="{5BBDEEB3-B3C4-1244-0A2C-DEAADDC8E330}"/>
          </ac:spMkLst>
        </pc:spChg>
        <pc:spChg chg="del">
          <ac:chgData name="York, George W CIV USAF USAFA DF/DFEC" userId="1fb5875a-4594-4db2-80fb-f0db3de11280" providerId="ADAL" clId="{09330963-85FD-4C99-A81B-94D0EE5CFFEB}" dt="2026-03-10T17:09:56.363" v="30" actId="478"/>
          <ac:spMkLst>
            <pc:docMk/>
            <pc:sldMk cId="1501170907" sldId="256"/>
            <ac:spMk id="264" creationId="{18102C07-F7E1-1AF1-477B-00B68F177F07}"/>
          </ac:spMkLst>
        </pc:spChg>
        <pc:spChg chg="del">
          <ac:chgData name="York, George W CIV USAF USAFA DF/DFEC" userId="1fb5875a-4594-4db2-80fb-f0db3de11280" providerId="ADAL" clId="{09330963-85FD-4C99-A81B-94D0EE5CFFEB}" dt="2026-03-10T17:09:56.363" v="30" actId="478"/>
          <ac:spMkLst>
            <pc:docMk/>
            <pc:sldMk cId="1501170907" sldId="256"/>
            <ac:spMk id="265" creationId="{00A05C49-A5A2-CC74-BAEB-00CF47323BC9}"/>
          </ac:spMkLst>
        </pc:spChg>
        <pc:spChg chg="del">
          <ac:chgData name="York, George W CIV USAF USAFA DF/DFEC" userId="1fb5875a-4594-4db2-80fb-f0db3de11280" providerId="ADAL" clId="{09330963-85FD-4C99-A81B-94D0EE5CFFEB}" dt="2026-03-10T17:09:56.363" v="30" actId="478"/>
          <ac:spMkLst>
            <pc:docMk/>
            <pc:sldMk cId="1501170907" sldId="256"/>
            <ac:spMk id="266" creationId="{B178740B-BE6B-31B0-B4FD-0ED1D3EABF36}"/>
          </ac:spMkLst>
        </pc:spChg>
        <pc:grpChg chg="add del mod">
          <ac:chgData name="York, George W CIV USAF USAFA DF/DFEC" userId="1fb5875a-4594-4db2-80fb-f0db3de11280" providerId="ADAL" clId="{09330963-85FD-4C99-A81B-94D0EE5CFFEB}" dt="2026-03-10T17:11:28.525" v="36" actId="478"/>
          <ac:grpSpMkLst>
            <pc:docMk/>
            <pc:sldMk cId="1501170907" sldId="256"/>
            <ac:grpSpMk id="59" creationId="{A7BBB30E-D888-2009-5408-9916614F6B62}"/>
          </ac:grpSpMkLst>
        </pc:grpChg>
        <pc:grpChg chg="add mod">
          <ac:chgData name="York, George W CIV USAF USAFA DF/DFEC" userId="1fb5875a-4594-4db2-80fb-f0db3de11280" providerId="ADAL" clId="{09330963-85FD-4C99-A81B-94D0EE5CFFEB}" dt="2026-03-05T22:37:02.711" v="15" actId="1076"/>
          <ac:grpSpMkLst>
            <pc:docMk/>
            <pc:sldMk cId="1501170907" sldId="256"/>
            <ac:grpSpMk id="137" creationId="{8B5AEF34-ADB3-754B-DE80-ABD4D3F0450B}"/>
          </ac:grpSpMkLst>
        </pc:grpChg>
        <pc:grpChg chg="del">
          <ac:chgData name="York, George W CIV USAF USAFA DF/DFEC" userId="1fb5875a-4594-4db2-80fb-f0db3de11280" providerId="ADAL" clId="{09330963-85FD-4C99-A81B-94D0EE5CFFEB}" dt="2026-03-10T17:09:56.363" v="30" actId="478"/>
          <ac:grpSpMkLst>
            <pc:docMk/>
            <pc:sldMk cId="1501170907" sldId="256"/>
            <ac:grpSpMk id="175" creationId="{CF1E05C7-0258-A1DB-5D4E-EA66C6CAA296}"/>
          </ac:grpSpMkLst>
        </pc:grpChg>
        <pc:picChg chg="add del mod">
          <ac:chgData name="York, George W CIV USAF USAFA DF/DFEC" userId="1fb5875a-4594-4db2-80fb-f0db3de11280" providerId="ADAL" clId="{09330963-85FD-4C99-A81B-94D0EE5CFFEB}" dt="2026-03-10T17:11:32.395" v="37" actId="478"/>
          <ac:picMkLst>
            <pc:docMk/>
            <pc:sldMk cId="1501170907" sldId="256"/>
            <ac:picMk id="52" creationId="{6A6C7C57-77EC-C685-E542-B85B64EC2272}"/>
          </ac:picMkLst>
        </pc:picChg>
        <pc:picChg chg="mod">
          <ac:chgData name="York, George W CIV USAF USAFA DF/DFEC" userId="1fb5875a-4594-4db2-80fb-f0db3de11280" providerId="ADAL" clId="{09330963-85FD-4C99-A81B-94D0EE5CFFEB}" dt="2026-03-05T22:33:30.055" v="5"/>
          <ac:picMkLst>
            <pc:docMk/>
            <pc:sldMk cId="1501170907" sldId="256"/>
            <ac:picMk id="66" creationId="{A404E675-8456-AD52-514C-9920A86819FF}"/>
          </ac:picMkLst>
        </pc:picChg>
        <pc:cxnChg chg="add mod">
          <ac:chgData name="York, George W CIV USAF USAFA DF/DFEC" userId="1fb5875a-4594-4db2-80fb-f0db3de11280" providerId="ADAL" clId="{09330963-85FD-4C99-A81B-94D0EE5CFFEB}" dt="2026-03-10T17:08:30.492" v="22" actId="1076"/>
          <ac:cxnSpMkLst>
            <pc:docMk/>
            <pc:sldMk cId="1501170907" sldId="256"/>
            <ac:cxnSpMk id="36" creationId="{1BC55C5F-A294-A543-9E3E-E324A93D8CA8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08:30.492" v="22" actId="1076"/>
          <ac:cxnSpMkLst>
            <pc:docMk/>
            <pc:sldMk cId="1501170907" sldId="256"/>
            <ac:cxnSpMk id="37" creationId="{ECC19F9B-6EDF-6B64-E3B0-E660B8C52E68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3:54.135" v="44" actId="1076"/>
          <ac:cxnSpMkLst>
            <pc:docMk/>
            <pc:sldMk cId="1501170907" sldId="256"/>
            <ac:cxnSpMk id="57" creationId="{C6FDD443-491D-B8C9-0359-814E397D9C25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11:42.928" v="40" actId="478"/>
          <ac:cxnSpMkLst>
            <pc:docMk/>
            <pc:sldMk cId="1501170907" sldId="256"/>
            <ac:cxnSpMk id="58" creationId="{6F75C507-0674-59E5-259C-2F94883C5048}"/>
          </ac:cxnSpMkLst>
        </pc:cxnChg>
        <pc:cxnChg chg="mod">
          <ac:chgData name="York, George W CIV USAF USAFA DF/DFEC" userId="1fb5875a-4594-4db2-80fb-f0db3de11280" providerId="ADAL" clId="{09330963-85FD-4C99-A81B-94D0EE5CFFEB}" dt="2026-03-05T22:33:30.055" v="5"/>
          <ac:cxnSpMkLst>
            <pc:docMk/>
            <pc:sldMk cId="1501170907" sldId="256"/>
            <ac:cxnSpMk id="67" creationId="{E2589DE8-97EF-80AF-BA79-119014A37941}"/>
          </ac:cxnSpMkLst>
        </pc:cxnChg>
        <pc:cxnChg chg="mod">
          <ac:chgData name="York, George W CIV USAF USAFA DF/DFEC" userId="1fb5875a-4594-4db2-80fb-f0db3de11280" providerId="ADAL" clId="{09330963-85FD-4C99-A81B-94D0EE5CFFEB}" dt="2026-03-05T22:33:30.055" v="5"/>
          <ac:cxnSpMkLst>
            <pc:docMk/>
            <pc:sldMk cId="1501170907" sldId="256"/>
            <ac:cxnSpMk id="75" creationId="{DD16B353-8132-284E-F417-41F2A2DEDC16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08:13.744" v="20" actId="478"/>
          <ac:cxnSpMkLst>
            <pc:docMk/>
            <pc:sldMk cId="1501170907" sldId="256"/>
            <ac:cxnSpMk id="78" creationId="{C0897BF0-6C1F-2380-907E-3CFD22113357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08:13.744" v="20" actId="478"/>
          <ac:cxnSpMkLst>
            <pc:docMk/>
            <pc:sldMk cId="1501170907" sldId="256"/>
            <ac:cxnSpMk id="80" creationId="{3211B8BE-2D5F-DC40-493A-A011203B18F9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08:13.744" v="20" actId="478"/>
          <ac:cxnSpMkLst>
            <pc:docMk/>
            <pc:sldMk cId="1501170907" sldId="256"/>
            <ac:cxnSpMk id="86" creationId="{2999216A-F5BD-5C3B-C483-7A84E97A2C87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08:49.883" v="25" actId="1076"/>
          <ac:cxnSpMkLst>
            <pc:docMk/>
            <pc:sldMk cId="1501170907" sldId="256"/>
            <ac:cxnSpMk id="105" creationId="{D07766FF-137E-CFC5-F36B-18899A589011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09:41.529" v="28" actId="478"/>
          <ac:cxnSpMkLst>
            <pc:docMk/>
            <pc:sldMk cId="1501170907" sldId="256"/>
            <ac:cxnSpMk id="106" creationId="{CE17DD74-D95F-A684-5F8D-79C75CBE937A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09:41.529" v="28" actId="478"/>
          <ac:cxnSpMkLst>
            <pc:docMk/>
            <pc:sldMk cId="1501170907" sldId="256"/>
            <ac:cxnSpMk id="109" creationId="{2EE93D9E-E510-40BC-F5F1-AAE75522A320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09:41.529" v="28" actId="478"/>
          <ac:cxnSpMkLst>
            <pc:docMk/>
            <pc:sldMk cId="1501170907" sldId="256"/>
            <ac:cxnSpMk id="110" creationId="{24CA2D82-8BE4-31B9-200E-D75DD793007C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21" creationId="{C3290510-9088-6A3E-5DFA-AEBEB6FBD1A1}"/>
          </ac:cxnSpMkLst>
        </pc:cxnChg>
        <pc:cxnChg chg="mod">
          <ac:chgData name="York, George W CIV USAF USAFA DF/DFEC" userId="1fb5875a-4594-4db2-80fb-f0db3de11280" providerId="ADAL" clId="{09330963-85FD-4C99-A81B-94D0EE5CFFEB}" dt="2026-03-10T17:08:43.891" v="24" actId="14100"/>
          <ac:cxnSpMkLst>
            <pc:docMk/>
            <pc:sldMk cId="1501170907" sldId="256"/>
            <ac:cxnSpMk id="133" creationId="{37C14550-6462-0A41-3B27-18A6907D7904}"/>
          </ac:cxnSpMkLst>
        </pc:cxnChg>
        <pc:cxnChg chg="mod">
          <ac:chgData name="York, George W CIV USAF USAFA DF/DFEC" userId="1fb5875a-4594-4db2-80fb-f0db3de11280" providerId="ADAL" clId="{09330963-85FD-4C99-A81B-94D0EE5CFFEB}" dt="2026-03-05T22:36:51.305" v="14"/>
          <ac:cxnSpMkLst>
            <pc:docMk/>
            <pc:sldMk cId="1501170907" sldId="256"/>
            <ac:cxnSpMk id="140" creationId="{1CDC5C6D-A82B-99F5-6FC5-EEDD54CCF190}"/>
          </ac:cxnSpMkLst>
        </pc:cxnChg>
        <pc:cxnChg chg="mod">
          <ac:chgData name="York, George W CIV USAF USAFA DF/DFEC" userId="1fb5875a-4594-4db2-80fb-f0db3de11280" providerId="ADAL" clId="{09330963-85FD-4C99-A81B-94D0EE5CFFEB}" dt="2026-03-05T22:36:51.305" v="14"/>
          <ac:cxnSpMkLst>
            <pc:docMk/>
            <pc:sldMk cId="1501170907" sldId="256"/>
            <ac:cxnSpMk id="144" creationId="{735B5BAB-BBDC-4A8E-3A36-97A6349BBE95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09:36.836" v="27" actId="1076"/>
          <ac:cxnSpMkLst>
            <pc:docMk/>
            <pc:sldMk cId="1501170907" sldId="256"/>
            <ac:cxnSpMk id="146" creationId="{ABE6E774-8C9B-4489-D948-65607F2E188A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09:36.836" v="27" actId="1076"/>
          <ac:cxnSpMkLst>
            <pc:docMk/>
            <pc:sldMk cId="1501170907" sldId="256"/>
            <ac:cxnSpMk id="148" creationId="{FE9EFFB0-0DED-2330-8209-FC39718441DD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0:55.491" v="32" actId="1076"/>
          <ac:cxnSpMkLst>
            <pc:docMk/>
            <pc:sldMk cId="1501170907" sldId="256"/>
            <ac:cxnSpMk id="149" creationId="{F6ECA4E6-7E3F-9AE7-DC4A-642870838647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0:55.491" v="32" actId="1076"/>
          <ac:cxnSpMkLst>
            <pc:docMk/>
            <pc:sldMk cId="1501170907" sldId="256"/>
            <ac:cxnSpMk id="152" creationId="{2FC45EE7-792B-F72E-2C03-735BF8B795D9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0:55.491" v="32" actId="1076"/>
          <ac:cxnSpMkLst>
            <pc:docMk/>
            <pc:sldMk cId="1501170907" sldId="256"/>
            <ac:cxnSpMk id="155" creationId="{7427857C-18CF-7E87-7DE9-41875BFC41AB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74" creationId="{73CA6134-70D5-34FA-00BD-59378BC13DD1}"/>
          </ac:cxnSpMkLst>
        </pc:cxnChg>
        <pc:cxnChg chg="del">
          <ac:chgData name="York, George W CIV USAF USAFA DF/DFEC" userId="1fb5875a-4594-4db2-80fb-f0db3de11280" providerId="ADAL" clId="{09330963-85FD-4C99-A81B-94D0EE5CFFEB}" dt="2026-03-10T17:09:56.363" v="30" actId="478"/>
          <ac:cxnSpMkLst>
            <pc:docMk/>
            <pc:sldMk cId="1501170907" sldId="256"/>
            <ac:cxnSpMk id="183" creationId="{FD895F0D-4BF5-DC7B-F7F3-413542C80AFB}"/>
          </ac:cxnSpMkLst>
        </pc:cxnChg>
        <pc:cxnChg chg="del">
          <ac:chgData name="York, George W CIV USAF USAFA DF/DFEC" userId="1fb5875a-4594-4db2-80fb-f0db3de11280" providerId="ADAL" clId="{09330963-85FD-4C99-A81B-94D0EE5CFFEB}" dt="2026-03-10T17:09:56.363" v="30" actId="478"/>
          <ac:cxnSpMkLst>
            <pc:docMk/>
            <pc:sldMk cId="1501170907" sldId="256"/>
            <ac:cxnSpMk id="185" creationId="{8A322888-ED2A-D52F-5D81-55A9F50D831D}"/>
          </ac:cxnSpMkLst>
        </pc:cxnChg>
        <pc:cxnChg chg="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87" creationId="{0D200FF7-E333-ACB1-85A2-D9AC30E6FCDF}"/>
          </ac:cxnSpMkLst>
        </pc:cxnChg>
        <pc:cxnChg chg="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98" creationId="{E418A0F2-C32C-CA49-AA0F-30FCCCAA2766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2:06.654" v="43" actId="1076"/>
          <ac:cxnSpMkLst>
            <pc:docMk/>
            <pc:sldMk cId="1501170907" sldId="256"/>
            <ac:cxnSpMk id="200" creationId="{D4AC79D0-5B76-D005-1A27-F76F271A152F}"/>
          </ac:cxnSpMkLst>
        </pc:cxnChg>
        <pc:cxnChg chg="del">
          <ac:chgData name="York, George W CIV USAF USAFA DF/DFEC" userId="1fb5875a-4594-4db2-80fb-f0db3de11280" providerId="ADAL" clId="{09330963-85FD-4C99-A81B-94D0EE5CFFEB}" dt="2026-03-10T17:09:50.843" v="29" actId="478"/>
          <ac:cxnSpMkLst>
            <pc:docMk/>
            <pc:sldMk cId="1501170907" sldId="256"/>
            <ac:cxnSpMk id="276" creationId="{370ACF3C-5A72-31AC-3830-8B43C336935F}"/>
          </ac:cxnSpMkLst>
        </pc:cxnChg>
        <pc:cxnChg chg="del">
          <ac:chgData name="York, George W CIV USAF USAFA DF/DFEC" userId="1fb5875a-4594-4db2-80fb-f0db3de11280" providerId="ADAL" clId="{09330963-85FD-4C99-A81B-94D0EE5CFFEB}" dt="2026-03-10T17:09:56.363" v="30" actId="478"/>
          <ac:cxnSpMkLst>
            <pc:docMk/>
            <pc:sldMk cId="1501170907" sldId="256"/>
            <ac:cxnSpMk id="280" creationId="{BF12A351-142A-23D7-36BD-9308B9D720AA}"/>
          </ac:cxnSpMkLst>
        </pc:cxnChg>
        <pc:cxnChg chg="mod">
          <ac:chgData name="York, George W CIV USAF USAFA DF/DFEC" userId="1fb5875a-4594-4db2-80fb-f0db3de11280" providerId="ADAL" clId="{09330963-85FD-4C99-A81B-94D0EE5CFFEB}" dt="2026-03-10T17:11:16.439" v="35" actId="14100"/>
          <ac:cxnSpMkLst>
            <pc:docMk/>
            <pc:sldMk cId="1501170907" sldId="256"/>
            <ac:cxnSpMk id="286" creationId="{B760AF97-E733-241D-903A-11456E3E2363}"/>
          </ac:cxnSpMkLst>
        </pc:cxnChg>
        <pc:cxnChg chg="mod">
          <ac:chgData name="York, George W CIV USAF USAFA DF/DFEC" userId="1fb5875a-4594-4db2-80fb-f0db3de11280" providerId="ADAL" clId="{09330963-85FD-4C99-A81B-94D0EE5CFFEB}" dt="2026-03-10T17:11:09.526" v="34" actId="14100"/>
          <ac:cxnSpMkLst>
            <pc:docMk/>
            <pc:sldMk cId="1501170907" sldId="256"/>
            <ac:cxnSpMk id="290" creationId="{1876BEE7-FDFC-0D31-7B67-CAA4ECA61CC2}"/>
          </ac:cxnSpMkLst>
        </pc:cxnChg>
        <pc:cxnChg chg="mod">
          <ac:chgData name="York, George W CIV USAF USAFA DF/DFEC" userId="1fb5875a-4594-4db2-80fb-f0db3de11280" providerId="ADAL" clId="{09330963-85FD-4C99-A81B-94D0EE5CFFEB}" dt="2026-03-10T17:11:03.585" v="33" actId="1076"/>
          <ac:cxnSpMkLst>
            <pc:docMk/>
            <pc:sldMk cId="1501170907" sldId="256"/>
            <ac:cxnSpMk id="292" creationId="{F1B7D252-CFD6-2A20-A0B7-01CB66AF15B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538057" y="3099557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4. RISC-V 5-cycle Pipeline Architecture</a:t>
            </a:r>
          </a:p>
          <a:p>
            <a:pPr algn="ctr"/>
            <a:r>
              <a:rPr lang="en-US" sz="1200" b="1" dirty="0"/>
              <a:t>Forwarding / Earlier Branch Decision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638258" y="1862975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506905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56194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1006947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532490" y="3100279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510696" y="3409622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359409" y="2462605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1136475" y="3303944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1081369" y="351851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976172" y="330394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983880" y="3613287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988550" y="234583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921674" y="266577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181601" y="299400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978691" y="2868020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181601" y="256888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651248" y="2778289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806072" y="373575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835472" y="3571106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934575" y="2568884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932949" y="2568884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354682" y="357110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1077442" y="4916175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1115312" y="5130750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995038" y="5834586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917139" y="6012514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905315" y="538809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298020" y="6246154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765164" y="6123892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279154" y="3735756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905315" y="4554736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905315" y="4546715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428875" y="3314775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763837" y="5388092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630763" y="3068554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480618" y="3294127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472911" y="3507191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487232" y="372553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476206" y="3947632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986471" y="347161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979857" y="373427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401834" y="3840955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428875" y="3409543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428875" y="3622607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428875" y="3840955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480618" y="4120669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215805" y="4063048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1086375" y="5986893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144694" y="6006780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908567" y="612511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763837" y="6493351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1085048" y="6356352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143367" y="6376239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907240" y="6494575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946513" y="5323322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831072" y="5199692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949628" y="4792569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898868" y="4761566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454667" y="4968860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782224" y="5123002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782224" y="4120669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253592" y="3448149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6075784" y="39795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>
            <a:off x="4401834" y="3571106"/>
            <a:ext cx="1433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830434" y="3706261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993221" y="4113878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998123" y="4120669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815413" y="5096238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947713" y="4178464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410421" y="3965109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275527" y="2482125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257042" y="2459860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216828" y="2681168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802794" y="266287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5029828" y="2810946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223884" y="2930053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794616" y="3040681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51616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53FABC7-DD90-8352-C66A-7DFA23EE2633}"/>
              </a:ext>
            </a:extLst>
          </p:cNvPr>
          <p:cNvGrpSpPr/>
          <p:nvPr/>
        </p:nvGrpSpPr>
        <p:grpSpPr>
          <a:xfrm>
            <a:off x="4742886" y="2070125"/>
            <a:ext cx="234557" cy="870633"/>
            <a:chOff x="6175096" y="3854324"/>
            <a:chExt cx="144932" cy="375881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D64F4C90-ABA8-4DDC-5808-F9A278B4E6FD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FC64163-8C45-5848-AF36-721E2025DF54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3B09081B-A704-2107-897F-12A59ADE39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65FB0D5-90F0-B240-13F3-D73E3B74C1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428875" y="4120669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892328" y="5007586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373014" y="3114241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708420" y="3110771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>
            <a:cxnSpLocks/>
          </p:cNvCxnSpPr>
          <p:nvPr/>
        </p:nvCxnSpPr>
        <p:spPr>
          <a:xfrm flipH="1" flipV="1">
            <a:off x="354682" y="1069536"/>
            <a:ext cx="4909081" cy="159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>
            <a:cxnSpLocks/>
          </p:cNvCxnSpPr>
          <p:nvPr/>
        </p:nvCxnSpPr>
        <p:spPr>
          <a:xfrm flipV="1">
            <a:off x="354682" y="1069536"/>
            <a:ext cx="0" cy="2501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1876BEE7-FDFC-0D31-7B67-CAA4ECA61CC2}"/>
              </a:ext>
            </a:extLst>
          </p:cNvPr>
          <p:cNvCxnSpPr>
            <a:cxnSpLocks/>
          </p:cNvCxnSpPr>
          <p:nvPr/>
        </p:nvCxnSpPr>
        <p:spPr>
          <a:xfrm>
            <a:off x="4978419" y="2517961"/>
            <a:ext cx="3012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5283005" y="1069536"/>
            <a:ext cx="0" cy="14484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5029828" y="2788889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535195" y="3769045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794616" y="2616997"/>
            <a:ext cx="0" cy="12239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794616" y="3840955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859200" y="3267132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337877" y="3613287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767189" y="342536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10060097" y="3306999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1094733" y="3714968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345163" y="2405503"/>
            <a:ext cx="0" cy="120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157343" y="2778288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227543" y="1139190"/>
            <a:ext cx="0" cy="25950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215805" y="1127709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>
            <a:cxnSpLocks/>
          </p:cNvCxnSpPr>
          <p:nvPr/>
        </p:nvCxnSpPr>
        <p:spPr>
          <a:xfrm flipV="1">
            <a:off x="3215805" y="1127760"/>
            <a:ext cx="0" cy="29352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299683" y="277828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208561" y="3286511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446395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475099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10007220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391725" y="1595367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233848" y="1616519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161597" y="1609434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669913" y="1599530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601370" y="1852437"/>
            <a:ext cx="142681" cy="36004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80F685-AE09-0D32-5539-8E4975E6DF53}"/>
              </a:ext>
            </a:extLst>
          </p:cNvPr>
          <p:cNvSpPr/>
          <p:nvPr/>
        </p:nvSpPr>
        <p:spPr>
          <a:xfrm>
            <a:off x="4275096" y="5560170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E4C0B7-D9E3-3907-9505-138DB1D14F87}"/>
              </a:ext>
            </a:extLst>
          </p:cNvPr>
          <p:cNvSpPr txBox="1"/>
          <p:nvPr/>
        </p:nvSpPr>
        <p:spPr>
          <a:xfrm>
            <a:off x="4334004" y="5598624"/>
            <a:ext cx="57419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  <a:p>
            <a:pPr algn="ctr"/>
            <a:r>
              <a:rPr lang="en-US" sz="900" dirty="0"/>
              <a:t>counter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FCEB13D-6178-8B05-6BF7-AA34265C10ED}"/>
              </a:ext>
            </a:extLst>
          </p:cNvPr>
          <p:cNvCxnSpPr>
            <a:cxnSpLocks/>
          </p:cNvCxnSpPr>
          <p:nvPr/>
        </p:nvCxnSpPr>
        <p:spPr>
          <a:xfrm>
            <a:off x="4045223" y="5697383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964E24E-8C81-EFE0-AB26-0F6BAD08C8E1}"/>
              </a:ext>
            </a:extLst>
          </p:cNvPr>
          <p:cNvSpPr/>
          <p:nvPr/>
        </p:nvSpPr>
        <p:spPr>
          <a:xfrm>
            <a:off x="3366434" y="5560384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F8D060-B516-028F-A160-DDD58A9B4A1C}"/>
              </a:ext>
            </a:extLst>
          </p:cNvPr>
          <p:cNvSpPr txBox="1"/>
          <p:nvPr/>
        </p:nvSpPr>
        <p:spPr>
          <a:xfrm>
            <a:off x="3331780" y="5580271"/>
            <a:ext cx="7296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1C7F50D-F709-CA85-5675-DD0636890A76}"/>
              </a:ext>
            </a:extLst>
          </p:cNvPr>
          <p:cNvCxnSpPr>
            <a:cxnSpLocks/>
          </p:cNvCxnSpPr>
          <p:nvPr/>
        </p:nvCxnSpPr>
        <p:spPr>
          <a:xfrm>
            <a:off x="2906114" y="5750885"/>
            <a:ext cx="442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28AAA9C-DA03-CA34-B011-035AEF93D851}"/>
              </a:ext>
            </a:extLst>
          </p:cNvPr>
          <p:cNvCxnSpPr>
            <a:cxnSpLocks/>
          </p:cNvCxnSpPr>
          <p:nvPr/>
        </p:nvCxnSpPr>
        <p:spPr>
          <a:xfrm flipH="1">
            <a:off x="4051068" y="5951193"/>
            <a:ext cx="2056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18283A9-1322-8DD9-D5D3-E250A298DF07}"/>
              </a:ext>
            </a:extLst>
          </p:cNvPr>
          <p:cNvCxnSpPr>
            <a:cxnSpLocks/>
          </p:cNvCxnSpPr>
          <p:nvPr/>
        </p:nvCxnSpPr>
        <p:spPr>
          <a:xfrm>
            <a:off x="2906112" y="5388092"/>
            <a:ext cx="0" cy="3764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9A8F4E2-BF11-CC7D-3DDC-10009DD0232B}"/>
              </a:ext>
            </a:extLst>
          </p:cNvPr>
          <p:cNvCxnSpPr>
            <a:cxnSpLocks/>
          </p:cNvCxnSpPr>
          <p:nvPr/>
        </p:nvCxnSpPr>
        <p:spPr>
          <a:xfrm>
            <a:off x="3143796" y="5633773"/>
            <a:ext cx="2117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A52A5D1-1BB7-3403-A1A5-86E132AA172B}"/>
              </a:ext>
            </a:extLst>
          </p:cNvPr>
          <p:cNvCxnSpPr/>
          <p:nvPr/>
        </p:nvCxnSpPr>
        <p:spPr>
          <a:xfrm flipH="1" flipV="1">
            <a:off x="2745398" y="5368626"/>
            <a:ext cx="164123" cy="77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F7582C7-10E1-623E-4E17-302DFD08C2CB}"/>
              </a:ext>
            </a:extLst>
          </p:cNvPr>
          <p:cNvCxnSpPr>
            <a:cxnSpLocks/>
          </p:cNvCxnSpPr>
          <p:nvPr/>
        </p:nvCxnSpPr>
        <p:spPr>
          <a:xfrm>
            <a:off x="3151612" y="5385036"/>
            <a:ext cx="0" cy="9713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6A87E40-A761-8DD0-48F4-7E93FADB35F9}"/>
              </a:ext>
            </a:extLst>
          </p:cNvPr>
          <p:cNvCxnSpPr/>
          <p:nvPr/>
        </p:nvCxnSpPr>
        <p:spPr>
          <a:xfrm>
            <a:off x="3147704" y="5385036"/>
            <a:ext cx="23133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C88B74C-2825-380E-71DB-7071BFAD6C6D}"/>
              </a:ext>
            </a:extLst>
          </p:cNvPr>
          <p:cNvCxnSpPr/>
          <p:nvPr/>
        </p:nvCxnSpPr>
        <p:spPr>
          <a:xfrm flipV="1">
            <a:off x="4139889" y="5469023"/>
            <a:ext cx="0" cy="2254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A8FA93-D7D6-E677-D331-61BDAA4D72AD}"/>
              </a:ext>
            </a:extLst>
          </p:cNvPr>
          <p:cNvCxnSpPr>
            <a:cxnSpLocks/>
          </p:cNvCxnSpPr>
          <p:nvPr/>
        </p:nvCxnSpPr>
        <p:spPr>
          <a:xfrm>
            <a:off x="4181855" y="5960304"/>
            <a:ext cx="0" cy="1635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BC59A37-4C55-8753-29C9-9D435BAD749A}"/>
              </a:ext>
            </a:extLst>
          </p:cNvPr>
          <p:cNvCxnSpPr>
            <a:cxnSpLocks/>
          </p:cNvCxnSpPr>
          <p:nvPr/>
        </p:nvCxnSpPr>
        <p:spPr>
          <a:xfrm>
            <a:off x="4029405" y="6407275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00663-BEA1-F516-A24E-D1358A5FA8D3}"/>
              </a:ext>
            </a:extLst>
          </p:cNvPr>
          <p:cNvSpPr/>
          <p:nvPr/>
        </p:nvSpPr>
        <p:spPr>
          <a:xfrm>
            <a:off x="3350616" y="6270276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74F677-2B47-463D-4071-9231A2EAA9DF}"/>
              </a:ext>
            </a:extLst>
          </p:cNvPr>
          <p:cNvSpPr txBox="1"/>
          <p:nvPr/>
        </p:nvSpPr>
        <p:spPr>
          <a:xfrm>
            <a:off x="3359244" y="6290163"/>
            <a:ext cx="643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Forward</a:t>
            </a:r>
          </a:p>
          <a:p>
            <a:pPr algn="ctr"/>
            <a:r>
              <a:rPr lang="en-US" sz="1000" dirty="0"/>
              <a:t>Unit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324C20-C3D1-9AAB-5C0D-C6C15BD835FE}"/>
              </a:ext>
            </a:extLst>
          </p:cNvPr>
          <p:cNvCxnSpPr>
            <a:cxnSpLocks/>
          </p:cNvCxnSpPr>
          <p:nvPr/>
        </p:nvCxnSpPr>
        <p:spPr>
          <a:xfrm>
            <a:off x="3147541" y="6340912"/>
            <a:ext cx="2117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DADF49-4B1B-AC71-8C36-C35004BEE094}"/>
              </a:ext>
            </a:extLst>
          </p:cNvPr>
          <p:cNvCxnSpPr>
            <a:cxnSpLocks/>
          </p:cNvCxnSpPr>
          <p:nvPr/>
        </p:nvCxnSpPr>
        <p:spPr>
          <a:xfrm>
            <a:off x="3024168" y="6506733"/>
            <a:ext cx="3350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C0FD334-761D-D912-1D21-08670E1D2E8A}"/>
              </a:ext>
            </a:extLst>
          </p:cNvPr>
          <p:cNvCxnSpPr>
            <a:cxnSpLocks/>
          </p:cNvCxnSpPr>
          <p:nvPr/>
        </p:nvCxnSpPr>
        <p:spPr>
          <a:xfrm>
            <a:off x="2904736" y="6673121"/>
            <a:ext cx="4545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F005C8D-5E76-1B8B-2214-62019E9B1040}"/>
              </a:ext>
            </a:extLst>
          </p:cNvPr>
          <p:cNvCxnSpPr>
            <a:cxnSpLocks/>
          </p:cNvCxnSpPr>
          <p:nvPr/>
        </p:nvCxnSpPr>
        <p:spPr>
          <a:xfrm>
            <a:off x="2886075" y="6123892"/>
            <a:ext cx="4596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21208F8-3FE0-AC1B-C80E-FD20D78B59DE}"/>
              </a:ext>
            </a:extLst>
          </p:cNvPr>
          <p:cNvCxnSpPr/>
          <p:nvPr/>
        </p:nvCxnSpPr>
        <p:spPr>
          <a:xfrm>
            <a:off x="3026461" y="6205099"/>
            <a:ext cx="69730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80D872F-1646-C8B4-3D28-A065AE10E52A}"/>
              </a:ext>
            </a:extLst>
          </p:cNvPr>
          <p:cNvCxnSpPr>
            <a:cxnSpLocks/>
          </p:cNvCxnSpPr>
          <p:nvPr/>
        </p:nvCxnSpPr>
        <p:spPr>
          <a:xfrm>
            <a:off x="3020436" y="6209904"/>
            <a:ext cx="0" cy="3135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B94ED6B-AB9B-EEDC-7DEC-3E3578D3DFCF}"/>
              </a:ext>
            </a:extLst>
          </p:cNvPr>
          <p:cNvCxnSpPr/>
          <p:nvPr/>
        </p:nvCxnSpPr>
        <p:spPr>
          <a:xfrm>
            <a:off x="2893539" y="6123892"/>
            <a:ext cx="0" cy="5756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1C911C3-06B1-BA27-0E72-8513B7FA953C}"/>
              </a:ext>
            </a:extLst>
          </p:cNvPr>
          <p:cNvGrpSpPr/>
          <p:nvPr/>
        </p:nvGrpSpPr>
        <p:grpSpPr>
          <a:xfrm>
            <a:off x="5830434" y="2831816"/>
            <a:ext cx="234557" cy="870633"/>
            <a:chOff x="6175096" y="3854324"/>
            <a:chExt cx="144932" cy="375881"/>
          </a:xfrm>
        </p:grpSpPr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E9EAA92-B7C4-DD4B-50B7-50393C26597E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9A305E6-83B9-53CB-E1E6-ED7E1376DC87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20A6F3B-4AFC-D39D-EB32-07F264CE6C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4A1E492F-FDFD-873C-401A-ED664BFB16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4CB413E-FC95-91DD-71A9-E415E9DA0C6F}"/>
              </a:ext>
            </a:extLst>
          </p:cNvPr>
          <p:cNvCxnSpPr>
            <a:cxnSpLocks/>
          </p:cNvCxnSpPr>
          <p:nvPr/>
        </p:nvCxnSpPr>
        <p:spPr>
          <a:xfrm>
            <a:off x="5621061" y="3189385"/>
            <a:ext cx="2072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7C14550-6462-0A41-3B27-18A6907D7904}"/>
              </a:ext>
            </a:extLst>
          </p:cNvPr>
          <p:cNvCxnSpPr>
            <a:cxnSpLocks/>
          </p:cNvCxnSpPr>
          <p:nvPr/>
        </p:nvCxnSpPr>
        <p:spPr>
          <a:xfrm>
            <a:off x="5947713" y="2194560"/>
            <a:ext cx="0" cy="7325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2EF4D9E-D764-5247-28FB-BAE945716B98}"/>
              </a:ext>
            </a:extLst>
          </p:cNvPr>
          <p:cNvCxnSpPr>
            <a:cxnSpLocks/>
          </p:cNvCxnSpPr>
          <p:nvPr/>
        </p:nvCxnSpPr>
        <p:spPr>
          <a:xfrm>
            <a:off x="6069777" y="3294127"/>
            <a:ext cx="89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DF69978-CC37-5610-DC69-A84154C64107}"/>
              </a:ext>
            </a:extLst>
          </p:cNvPr>
          <p:cNvCxnSpPr>
            <a:cxnSpLocks/>
          </p:cNvCxnSpPr>
          <p:nvPr/>
        </p:nvCxnSpPr>
        <p:spPr>
          <a:xfrm flipV="1">
            <a:off x="5734007" y="299113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F69D383-57D0-7010-D975-FB7C130FA504}"/>
              </a:ext>
            </a:extLst>
          </p:cNvPr>
          <p:cNvCxnSpPr>
            <a:cxnSpLocks/>
          </p:cNvCxnSpPr>
          <p:nvPr/>
        </p:nvCxnSpPr>
        <p:spPr>
          <a:xfrm flipV="1">
            <a:off x="6157677" y="3571106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2BA7206-C813-3D1D-EF15-085AE42D06BA}"/>
              </a:ext>
            </a:extLst>
          </p:cNvPr>
          <p:cNvCxnSpPr>
            <a:cxnSpLocks/>
          </p:cNvCxnSpPr>
          <p:nvPr/>
        </p:nvCxnSpPr>
        <p:spPr>
          <a:xfrm flipV="1">
            <a:off x="6151245" y="3294127"/>
            <a:ext cx="0" cy="2769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72E4A58B-D113-DF30-6FDE-AF16B5A0FA9E}"/>
              </a:ext>
            </a:extLst>
          </p:cNvPr>
          <p:cNvCxnSpPr>
            <a:cxnSpLocks/>
          </p:cNvCxnSpPr>
          <p:nvPr/>
        </p:nvCxnSpPr>
        <p:spPr>
          <a:xfrm flipV="1">
            <a:off x="5736920" y="339169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7769E95-3C9A-A1D0-7BAA-ED25D87EE1E8}"/>
              </a:ext>
            </a:extLst>
          </p:cNvPr>
          <p:cNvSpPr txBox="1"/>
          <p:nvPr/>
        </p:nvSpPr>
        <p:spPr>
          <a:xfrm>
            <a:off x="5029828" y="3273334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BF847ED-3744-0969-7E11-0755B86A5CDF}"/>
              </a:ext>
            </a:extLst>
          </p:cNvPr>
          <p:cNvCxnSpPr/>
          <p:nvPr/>
        </p:nvCxnSpPr>
        <p:spPr>
          <a:xfrm flipH="1">
            <a:off x="5736066" y="2617769"/>
            <a:ext cx="10579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C9DB0418-00F7-DDD7-D7E7-F4610D3EEFA6}"/>
              </a:ext>
            </a:extLst>
          </p:cNvPr>
          <p:cNvCxnSpPr>
            <a:cxnSpLocks/>
          </p:cNvCxnSpPr>
          <p:nvPr/>
        </p:nvCxnSpPr>
        <p:spPr>
          <a:xfrm>
            <a:off x="5732729" y="2611094"/>
            <a:ext cx="0" cy="3829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DB22DC2B-CF41-92F4-F2B9-B6F10DE0EAE2}"/>
              </a:ext>
            </a:extLst>
          </p:cNvPr>
          <p:cNvCxnSpPr/>
          <p:nvPr/>
        </p:nvCxnSpPr>
        <p:spPr>
          <a:xfrm flipH="1">
            <a:off x="5645961" y="2404186"/>
            <a:ext cx="36976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54030FC-7D6A-E850-3E7A-0A74E2624E38}"/>
              </a:ext>
            </a:extLst>
          </p:cNvPr>
          <p:cNvCxnSpPr/>
          <p:nvPr/>
        </p:nvCxnSpPr>
        <p:spPr>
          <a:xfrm flipV="1">
            <a:off x="5649298" y="2417535"/>
            <a:ext cx="0" cy="7741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6FDD443-491D-B8C9-0359-814E397D9C25}"/>
              </a:ext>
            </a:extLst>
          </p:cNvPr>
          <p:cNvCxnSpPr/>
          <p:nvPr/>
        </p:nvCxnSpPr>
        <p:spPr>
          <a:xfrm>
            <a:off x="3359244" y="4252509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4ED870C-7DDD-18C7-6A4F-0D2CDF59EA50}"/>
              </a:ext>
            </a:extLst>
          </p:cNvPr>
          <p:cNvCxnSpPr>
            <a:cxnSpLocks/>
          </p:cNvCxnSpPr>
          <p:nvPr/>
        </p:nvCxnSpPr>
        <p:spPr>
          <a:xfrm>
            <a:off x="4372527" y="242154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71CFDDD6-C726-691B-9CA9-125BE7E5CADA}"/>
              </a:ext>
            </a:extLst>
          </p:cNvPr>
          <p:cNvSpPr txBox="1"/>
          <p:nvPr/>
        </p:nvSpPr>
        <p:spPr>
          <a:xfrm>
            <a:off x="3310209" y="196129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5FAFD36-E7BE-8A22-0C52-FA46F61778F0}"/>
              </a:ext>
            </a:extLst>
          </p:cNvPr>
          <p:cNvSpPr txBox="1"/>
          <p:nvPr/>
        </p:nvSpPr>
        <p:spPr>
          <a:xfrm>
            <a:off x="3313362" y="2376665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3290510-9088-6A3E-5DFA-AEBEB6FBD1A1}"/>
              </a:ext>
            </a:extLst>
          </p:cNvPr>
          <p:cNvCxnSpPr>
            <a:cxnSpLocks/>
          </p:cNvCxnSpPr>
          <p:nvPr/>
        </p:nvCxnSpPr>
        <p:spPr>
          <a:xfrm flipV="1">
            <a:off x="4656723" y="257963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D9A6022-1D6D-F3DA-CC84-317FF5FD6666}"/>
              </a:ext>
            </a:extLst>
          </p:cNvPr>
          <p:cNvSpPr txBox="1"/>
          <p:nvPr/>
        </p:nvSpPr>
        <p:spPr>
          <a:xfrm>
            <a:off x="4334630" y="2461304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B5AEF34-ADB3-754B-DE80-ABD4D3F0450B}"/>
              </a:ext>
            </a:extLst>
          </p:cNvPr>
          <p:cNvGrpSpPr/>
          <p:nvPr/>
        </p:nvGrpSpPr>
        <p:grpSpPr>
          <a:xfrm>
            <a:off x="3849394" y="1970747"/>
            <a:ext cx="292770" cy="637674"/>
            <a:chOff x="1074820" y="1507958"/>
            <a:chExt cx="292770" cy="637674"/>
          </a:xfrm>
        </p:grpSpPr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CDC5C6D-A82B-99F5-6FC5-EEDD54CCF190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4EF0649-3BED-33BA-DD96-FB9FA511E98C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388C33F-5E4F-4884-089C-DF42CBAA3E4C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35B5BAB-BBDC-4A8E-3A36-97A6349BBE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45C3381F-390D-C2F3-E51B-5BEF92543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65DD84B-4F29-10E5-2D86-6E2018D046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8DAAB301-BA98-4D82-23E6-3548785701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526219D0-7A62-A14B-B0E1-B1C20BB4E6B6}"/>
              </a:ext>
            </a:extLst>
          </p:cNvPr>
          <p:cNvCxnSpPr>
            <a:cxnSpLocks/>
          </p:cNvCxnSpPr>
          <p:nvPr/>
        </p:nvCxnSpPr>
        <p:spPr>
          <a:xfrm>
            <a:off x="3675459" y="2502142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73CA6134-70D5-34FA-00BD-59378BC13DD1}"/>
              </a:ext>
            </a:extLst>
          </p:cNvPr>
          <p:cNvCxnSpPr/>
          <p:nvPr/>
        </p:nvCxnSpPr>
        <p:spPr>
          <a:xfrm>
            <a:off x="3671586" y="20770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8EBC1B8-4825-3984-18AF-440ADACF2ABF}"/>
              </a:ext>
            </a:extLst>
          </p:cNvPr>
          <p:cNvSpPr txBox="1"/>
          <p:nvPr/>
        </p:nvSpPr>
        <p:spPr>
          <a:xfrm>
            <a:off x="3884231" y="2175559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0D200FF7-E333-ACB1-85A2-D9AC30E6FCDF}"/>
              </a:ext>
            </a:extLst>
          </p:cNvPr>
          <p:cNvCxnSpPr>
            <a:cxnSpLocks/>
          </p:cNvCxnSpPr>
          <p:nvPr/>
        </p:nvCxnSpPr>
        <p:spPr>
          <a:xfrm flipV="1">
            <a:off x="4634375" y="275510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0E85AB3B-858D-5BF6-ED0E-B3C0624C86F7}"/>
              </a:ext>
            </a:extLst>
          </p:cNvPr>
          <p:cNvSpPr txBox="1"/>
          <p:nvPr/>
        </p:nvSpPr>
        <p:spPr>
          <a:xfrm>
            <a:off x="4379586" y="2641578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663EF25C-11FE-91FB-6359-867A30C024D1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C4DF3196-3785-A9E7-1F1B-2A6EE6375854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418A0F2-C32C-CA49-AA0F-30FCCCAA2766}"/>
              </a:ext>
            </a:extLst>
          </p:cNvPr>
          <p:cNvCxnSpPr>
            <a:cxnSpLocks/>
          </p:cNvCxnSpPr>
          <p:nvPr/>
        </p:nvCxnSpPr>
        <p:spPr>
          <a:xfrm>
            <a:off x="4139842" y="2315754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C55C5F-A294-A543-9E3E-E324A93D8CA8}"/>
              </a:ext>
            </a:extLst>
          </p:cNvPr>
          <p:cNvCxnSpPr>
            <a:cxnSpLocks/>
          </p:cNvCxnSpPr>
          <p:nvPr/>
        </p:nvCxnSpPr>
        <p:spPr>
          <a:xfrm flipV="1">
            <a:off x="10997645" y="4034709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CC19F9B-6EDF-6B64-E3B0-E660B8C52E68}"/>
              </a:ext>
            </a:extLst>
          </p:cNvPr>
          <p:cNvCxnSpPr>
            <a:cxnSpLocks/>
          </p:cNvCxnSpPr>
          <p:nvPr/>
        </p:nvCxnSpPr>
        <p:spPr>
          <a:xfrm flipH="1">
            <a:off x="10946889" y="4449728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07766FF-137E-CFC5-F36B-18899A589011}"/>
              </a:ext>
            </a:extLst>
          </p:cNvPr>
          <p:cNvCxnSpPr>
            <a:cxnSpLocks/>
          </p:cNvCxnSpPr>
          <p:nvPr/>
        </p:nvCxnSpPr>
        <p:spPr>
          <a:xfrm flipH="1">
            <a:off x="5894187" y="2482125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ABE6E774-8C9B-4489-D948-65607F2E188A}"/>
              </a:ext>
            </a:extLst>
          </p:cNvPr>
          <p:cNvCxnSpPr>
            <a:cxnSpLocks/>
          </p:cNvCxnSpPr>
          <p:nvPr/>
        </p:nvCxnSpPr>
        <p:spPr>
          <a:xfrm flipV="1">
            <a:off x="4871195" y="2834512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E9EFFB0-0DED-2330-8209-FC39718441DD}"/>
              </a:ext>
            </a:extLst>
          </p:cNvPr>
          <p:cNvCxnSpPr>
            <a:cxnSpLocks/>
          </p:cNvCxnSpPr>
          <p:nvPr/>
        </p:nvCxnSpPr>
        <p:spPr>
          <a:xfrm flipH="1">
            <a:off x="4827227" y="3020434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6ECA4E6-7E3F-9AE7-DC4A-642870838647}"/>
              </a:ext>
            </a:extLst>
          </p:cNvPr>
          <p:cNvCxnSpPr>
            <a:cxnSpLocks/>
          </p:cNvCxnSpPr>
          <p:nvPr/>
        </p:nvCxnSpPr>
        <p:spPr>
          <a:xfrm>
            <a:off x="4684583" y="1275167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CD28274F-92E6-F852-6391-A717240DE2DF}"/>
              </a:ext>
            </a:extLst>
          </p:cNvPr>
          <p:cNvSpPr txBox="1"/>
          <p:nvPr/>
        </p:nvSpPr>
        <p:spPr>
          <a:xfrm>
            <a:off x="4444698" y="1106312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FC45EE7-792B-F72E-2C03-735BF8B795D9}"/>
              </a:ext>
            </a:extLst>
          </p:cNvPr>
          <p:cNvCxnSpPr>
            <a:cxnSpLocks/>
          </p:cNvCxnSpPr>
          <p:nvPr/>
        </p:nvCxnSpPr>
        <p:spPr>
          <a:xfrm>
            <a:off x="4862151" y="1836978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6C7963B8-EAB3-1251-7B88-E9681119B880}"/>
              </a:ext>
            </a:extLst>
          </p:cNvPr>
          <p:cNvSpPr txBox="1"/>
          <p:nvPr/>
        </p:nvSpPr>
        <p:spPr>
          <a:xfrm>
            <a:off x="4493604" y="1641448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64875F-2B8E-5F20-AD69-75128545C0DD}"/>
              </a:ext>
            </a:extLst>
          </p:cNvPr>
          <p:cNvSpPr/>
          <p:nvPr/>
        </p:nvSpPr>
        <p:spPr>
          <a:xfrm>
            <a:off x="4458121" y="1413057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7427857C-18CF-7E87-7DE9-41875BFC41AB}"/>
              </a:ext>
            </a:extLst>
          </p:cNvPr>
          <p:cNvCxnSpPr>
            <a:cxnSpLocks/>
          </p:cNvCxnSpPr>
          <p:nvPr/>
        </p:nvCxnSpPr>
        <p:spPr>
          <a:xfrm>
            <a:off x="5032030" y="1275167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566064C-F469-508F-113D-556CBC75A869}"/>
              </a:ext>
            </a:extLst>
          </p:cNvPr>
          <p:cNvSpPr txBox="1"/>
          <p:nvPr/>
        </p:nvSpPr>
        <p:spPr>
          <a:xfrm>
            <a:off x="4801135" y="1092519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4AC79D0-5B76-D005-1A27-F76F271A152F}"/>
              </a:ext>
            </a:extLst>
          </p:cNvPr>
          <p:cNvCxnSpPr/>
          <p:nvPr/>
        </p:nvCxnSpPr>
        <p:spPr>
          <a:xfrm flipV="1">
            <a:off x="886287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128</Words>
  <Application>Microsoft Office PowerPoint</Application>
  <PresentationFormat>Widescreen</PresentationFormat>
  <Paragraphs>74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14</cp:revision>
  <cp:lastPrinted>2025-07-01T16:24:47Z</cp:lastPrinted>
  <dcterms:created xsi:type="dcterms:W3CDTF">2025-06-30T15:01:42Z</dcterms:created>
  <dcterms:modified xsi:type="dcterms:W3CDTF">2026-03-10T17:13:59Z</dcterms:modified>
</cp:coreProperties>
</file>