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9230DD-206D-486E-A6AF-D29809E02079}" v="5" dt="2026-04-18T20:27:38.8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1" d="100"/>
          <a:sy n="91" d="100"/>
        </p:scale>
        <p:origin x="4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undo custSel modSld">
      <pc:chgData name="York, George W CIV USAF USAFA DF/DFEC" userId="1fb5875a-4594-4db2-80fb-f0db3de11280" providerId="ADAL" clId="{09330963-85FD-4C99-A81B-94D0EE5CFFEB}" dt="2026-04-18T20:27:56.696" v="94" actId="14100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4-18T20:27:56.696" v="94" actId="14100"/>
        <pc:sldMkLst>
          <pc:docMk/>
          <pc:sldMk cId="1501170907" sldId="256"/>
        </pc:sldMkLst>
        <pc:spChg chg="mod">
          <ac:chgData name="York, George W CIV USAF USAFA DF/DFEC" userId="1fb5875a-4594-4db2-80fb-f0db3de11280" providerId="ADAL" clId="{09330963-85FD-4C99-A81B-94D0EE5CFFEB}" dt="2026-04-10T18:20:54.770" v="51" actId="14100"/>
          <ac:spMkLst>
            <pc:docMk/>
            <pc:sldMk cId="1501170907" sldId="256"/>
            <ac:spMk id="2" creationId="{6AB6AF60-D791-21FB-8A86-0D04258DAA85}"/>
          </ac:spMkLst>
        </pc:spChg>
        <pc:spChg chg="add mod">
          <ac:chgData name="York, George W CIV USAF USAFA DF/DFEC" userId="1fb5875a-4594-4db2-80fb-f0db3de11280" providerId="ADAL" clId="{09330963-85FD-4C99-A81B-94D0EE5CFFEB}" dt="2026-04-18T20:27:56.696" v="94" actId="14100"/>
          <ac:spMkLst>
            <pc:docMk/>
            <pc:sldMk cId="1501170907" sldId="256"/>
            <ac:spMk id="17" creationId="{DD23CE11-915B-B2E0-552F-137C75A7E9C7}"/>
          </ac:spMkLst>
        </pc:spChg>
        <pc:spChg chg="mod">
          <ac:chgData name="York, George W CIV USAF USAFA DF/DFEC" userId="1fb5875a-4594-4db2-80fb-f0db3de11280" providerId="ADAL" clId="{09330963-85FD-4C99-A81B-94D0EE5CFFEB}" dt="2026-04-10T18:19:53.616" v="45" actId="1076"/>
          <ac:spMkLst>
            <pc:docMk/>
            <pc:sldMk cId="1501170907" sldId="256"/>
            <ac:spMk id="38" creationId="{9DC00663-BEA1-F516-A24E-D1358A5FA8D3}"/>
          </ac:spMkLst>
        </pc:spChg>
        <pc:spChg chg="mod">
          <ac:chgData name="York, George W CIV USAF USAFA DF/DFEC" userId="1fb5875a-4594-4db2-80fb-f0db3de11280" providerId="ADAL" clId="{09330963-85FD-4C99-A81B-94D0EE5CFFEB}" dt="2026-04-10T18:19:53.616" v="45" actId="1076"/>
          <ac:spMkLst>
            <pc:docMk/>
            <pc:sldMk cId="1501170907" sldId="256"/>
            <ac:spMk id="39" creationId="{6174F677-2B47-463D-4071-9231A2EAA9DF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09" creationId="{7E4C1978-E959-3B8A-9B69-5A0570C1B43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0" creationId="{B99D9E74-E1B6-5F46-688D-FBFA65E6AF9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2" creationId="{42328FB6-6571-FA3C-8E81-028268A77042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3" creationId="{3468D653-D2DB-10F8-EB42-1EF2F69D462B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2" creationId="{84B6D813-B5DE-D1FC-AF80-525F92C8F7F8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3" creationId="{E46D487D-09B4-2769-C34D-554786351A6B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4" creationId="{B03E2FCB-F4FA-D322-14B8-FB5E1F9573B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42" creationId="{5CF4424D-C27A-0FCF-199D-B10372DC54C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45" creationId="{6F693865-D421-FB3F-F617-69C8DFB74DDA}"/>
          </ac:spMkLst>
        </pc:spChg>
        <pc:spChg chg="add mod">
          <ac:chgData name="York, George W CIV USAF USAFA DF/DFEC" userId="1fb5875a-4594-4db2-80fb-f0db3de11280" providerId="ADAL" clId="{09330963-85FD-4C99-A81B-94D0EE5CFFEB}" dt="2026-04-10T18:24:09.554" v="74" actId="1076"/>
          <ac:spMkLst>
            <pc:docMk/>
            <pc:sldMk cId="1501170907" sldId="256"/>
            <ac:spMk id="246" creationId="{3BA26EF9-D46A-45DC-70BA-21364891CB27}"/>
          </ac:spMkLst>
        </pc:spChg>
        <pc:cxnChg chg="add mod">
          <ac:chgData name="York, George W CIV USAF USAFA DF/DFEC" userId="1fb5875a-4594-4db2-80fb-f0db3de11280" providerId="ADAL" clId="{09330963-85FD-4C99-A81B-94D0EE5CFFEB}" dt="2026-04-18T20:27:30.523" v="76" actId="1076"/>
          <ac:cxnSpMkLst>
            <pc:docMk/>
            <pc:sldMk cId="1501170907" sldId="256"/>
            <ac:cxnSpMk id="12" creationId="{C104EDAA-FD8A-4089-C218-104118D04C57}"/>
          </ac:cxnSpMkLst>
        </pc:cxnChg>
        <pc:cxnChg chg="mod">
          <ac:chgData name="York, George W CIV USAF USAFA DF/DFEC" userId="1fb5875a-4594-4db2-80fb-f0db3de11280" providerId="ADAL" clId="{09330963-85FD-4C99-A81B-94D0EE5CFFEB}" dt="2026-04-10T18:19:53.616" v="45" actId="1076"/>
          <ac:cxnSpMkLst>
            <pc:docMk/>
            <pc:sldMk cId="1501170907" sldId="256"/>
            <ac:cxnSpMk id="28" creationId="{DBC59A37-4C55-8753-29C9-9D435BAD749A}"/>
          </ac:cxnSpMkLst>
        </pc:cxnChg>
        <pc:cxnChg chg="mod">
          <ac:chgData name="York, George W CIV USAF USAFA DF/DFEC" userId="1fb5875a-4594-4db2-80fb-f0db3de11280" providerId="ADAL" clId="{09330963-85FD-4C99-A81B-94D0EE5CFFEB}" dt="2026-04-10T18:20:48.258" v="50" actId="14100"/>
          <ac:cxnSpMkLst>
            <pc:docMk/>
            <pc:sldMk cId="1501170907" sldId="256"/>
            <ac:cxnSpMk id="54" creationId="{03324C20-C3D1-9AAB-5C0D-C6C15BD835FE}"/>
          </ac:cxnSpMkLst>
        </pc:cxnChg>
        <pc:cxnChg chg="mod">
          <ac:chgData name="York, George W CIV USAF USAFA DF/DFEC" userId="1fb5875a-4594-4db2-80fb-f0db3de11280" providerId="ADAL" clId="{09330963-85FD-4C99-A81B-94D0EE5CFFEB}" dt="2026-04-10T18:19:53.616" v="45" actId="1076"/>
          <ac:cxnSpMkLst>
            <pc:docMk/>
            <pc:sldMk cId="1501170907" sldId="256"/>
            <ac:cxnSpMk id="68" creationId="{35DADF49-4B1B-AC71-8C36-C35004BEE094}"/>
          </ac:cxnSpMkLst>
        </pc:cxnChg>
        <pc:cxnChg chg="mod">
          <ac:chgData name="York, George W CIV USAF USAFA DF/DFEC" userId="1fb5875a-4594-4db2-80fb-f0db3de11280" providerId="ADAL" clId="{09330963-85FD-4C99-A81B-94D0EE5CFFEB}" dt="2026-04-10T18:21:27.466" v="55" actId="14100"/>
          <ac:cxnSpMkLst>
            <pc:docMk/>
            <pc:sldMk cId="1501170907" sldId="256"/>
            <ac:cxnSpMk id="72" creationId="{3C0FD334-761D-D912-1D21-08670E1D2E8A}"/>
          </ac:cxnSpMkLst>
        </pc:cxnChg>
        <pc:cxnChg chg="mod">
          <ac:chgData name="York, George W CIV USAF USAFA DF/DFEC" userId="1fb5875a-4594-4db2-80fb-f0db3de11280" providerId="ADAL" clId="{09330963-85FD-4C99-A81B-94D0EE5CFFEB}" dt="2026-04-10T18:22:19.458" v="63" actId="1076"/>
          <ac:cxnSpMkLst>
            <pc:docMk/>
            <pc:sldMk cId="1501170907" sldId="256"/>
            <ac:cxnSpMk id="82" creationId="{821208F8-3FE0-AC1B-C80E-FD20D78B59DE}"/>
          </ac:cxnSpMkLst>
        </pc:cxnChg>
        <pc:cxnChg chg="mod">
          <ac:chgData name="York, George W CIV USAF USAFA DF/DFEC" userId="1fb5875a-4594-4db2-80fb-f0db3de11280" providerId="ADAL" clId="{09330963-85FD-4C99-A81B-94D0EE5CFFEB}" dt="2026-04-10T18:22:08.546" v="61" actId="14100"/>
          <ac:cxnSpMkLst>
            <pc:docMk/>
            <pc:sldMk cId="1501170907" sldId="256"/>
            <ac:cxnSpMk id="92" creationId="{780D872F-1646-C8B4-3D28-A065AE10E52A}"/>
          </ac:cxnSpMkLst>
        </pc:cxnChg>
        <pc:cxnChg chg="mod">
          <ac:chgData name="York, George W CIV USAF USAFA DF/DFEC" userId="1fb5875a-4594-4db2-80fb-f0db3de11280" providerId="ADAL" clId="{09330963-85FD-4C99-A81B-94D0EE5CFFEB}" dt="2026-04-10T18:23:32.536" v="69" actId="1076"/>
          <ac:cxnSpMkLst>
            <pc:docMk/>
            <pc:sldMk cId="1501170907" sldId="256"/>
            <ac:cxnSpMk id="223" creationId="{320A29EB-ABD9-7A97-166B-5F32289CDE2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538057" y="3099557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4. RISC-V 5-cycle Pipeline Architecture</a:t>
            </a:r>
          </a:p>
          <a:p>
            <a:pPr algn="ctr"/>
            <a:r>
              <a:rPr lang="en-US" sz="1200" b="1" dirty="0"/>
              <a:t>Forwarding / Earlier Branch Decision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638258" y="1862975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56194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1006947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532490" y="3100279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510696" y="3409622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359409" y="2462605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1136475" y="3303944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1081369" y="351851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976172" y="330394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983880" y="3613287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988550" y="234583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921674" y="266577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181601" y="299400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978691" y="2868020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181601" y="256888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651248" y="2778289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806072" y="373575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835472" y="3571106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934575" y="2568884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932949" y="2568884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354682" y="357110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077442" y="4916175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115312" y="5130750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995038" y="583458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917139" y="6012514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905315" y="538809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298020" y="6246154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765164" y="6123892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279154" y="3735756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905315" y="4554736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905315" y="4546715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428875" y="3314775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763837" y="5388092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630763" y="3068554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480618" y="3294127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472911" y="3507191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487232" y="372553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476206" y="3947632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986471" y="347161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979857" y="373427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401834" y="3840955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428875" y="3409543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428875" y="3622607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428875" y="3840955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480618" y="412066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215805" y="4063048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086375" y="5986893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144694" y="6006780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908567" y="612511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763837" y="6493351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085048" y="6356352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143367" y="6376239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907240" y="6494575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946513" y="5323322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831072" y="519969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949628" y="4792569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898868" y="4761566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454667" y="4968860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782224" y="5123002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782224" y="4120669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253592" y="3448149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6075784" y="39795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>
            <a:off x="4401834" y="3571106"/>
            <a:ext cx="1433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830434" y="3706261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993221" y="4113878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998123" y="4120669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815413" y="5096238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947713" y="4178464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410421" y="3965109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275527" y="2482125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257042" y="2459860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216828" y="2681168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802794" y="266287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5029828" y="2810946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223884" y="2930053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794616" y="3040681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51616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4742886" y="2070125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428875" y="4120669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892328" y="5007586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373014" y="3114241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708420" y="3110771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>
            <a:cxnSpLocks/>
          </p:cNvCxnSpPr>
          <p:nvPr/>
        </p:nvCxnSpPr>
        <p:spPr>
          <a:xfrm flipH="1" flipV="1">
            <a:off x="354682" y="1069536"/>
            <a:ext cx="4909081" cy="159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>
            <a:cxnSpLocks/>
          </p:cNvCxnSpPr>
          <p:nvPr/>
        </p:nvCxnSpPr>
        <p:spPr>
          <a:xfrm flipV="1">
            <a:off x="354682" y="1069536"/>
            <a:ext cx="0" cy="2501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4978419" y="2517961"/>
            <a:ext cx="3012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5283005" y="1069536"/>
            <a:ext cx="0" cy="1448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5029828" y="2788889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535195" y="3769045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794616" y="2616997"/>
            <a:ext cx="0" cy="1223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794616" y="3840955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859200" y="3267132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337877" y="3613287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767189" y="342536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10060097" y="3306999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1094733" y="3714968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345163" y="2405503"/>
            <a:ext cx="0" cy="120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157343" y="2778288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227543" y="1139190"/>
            <a:ext cx="0" cy="25950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215805" y="1127709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>
            <a:cxnSpLocks/>
          </p:cNvCxnSpPr>
          <p:nvPr/>
        </p:nvCxnSpPr>
        <p:spPr>
          <a:xfrm flipV="1">
            <a:off x="3215805" y="1127760"/>
            <a:ext cx="0" cy="29352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299683" y="277828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208561" y="3286511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446395" y="1862975"/>
            <a:ext cx="107644" cy="34603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475099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10007220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391725" y="1595367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233848" y="1616519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161597" y="1609434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669913" y="1599530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601370" y="1852437"/>
            <a:ext cx="142681" cy="36004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BC59A37-4C55-8753-29C9-9D435BAD749A}"/>
              </a:ext>
            </a:extLst>
          </p:cNvPr>
          <p:cNvCxnSpPr>
            <a:cxnSpLocks/>
          </p:cNvCxnSpPr>
          <p:nvPr/>
        </p:nvCxnSpPr>
        <p:spPr>
          <a:xfrm>
            <a:off x="6907069" y="5094338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00663-BEA1-F516-A24E-D1358A5FA8D3}"/>
              </a:ext>
            </a:extLst>
          </p:cNvPr>
          <p:cNvSpPr/>
          <p:nvPr/>
        </p:nvSpPr>
        <p:spPr>
          <a:xfrm>
            <a:off x="6228280" y="4957339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74F677-2B47-463D-4071-9231A2EAA9DF}"/>
              </a:ext>
            </a:extLst>
          </p:cNvPr>
          <p:cNvSpPr txBox="1"/>
          <p:nvPr/>
        </p:nvSpPr>
        <p:spPr>
          <a:xfrm>
            <a:off x="6236908" y="4977226"/>
            <a:ext cx="643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324C20-C3D1-9AAB-5C0D-C6C15BD835FE}"/>
              </a:ext>
            </a:extLst>
          </p:cNvPr>
          <p:cNvCxnSpPr>
            <a:cxnSpLocks/>
          </p:cNvCxnSpPr>
          <p:nvPr/>
        </p:nvCxnSpPr>
        <p:spPr>
          <a:xfrm>
            <a:off x="5567516" y="5027975"/>
            <a:ext cx="6693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DADF49-4B1B-AC71-8C36-C35004BEE094}"/>
              </a:ext>
            </a:extLst>
          </p:cNvPr>
          <p:cNvCxnSpPr>
            <a:cxnSpLocks/>
          </p:cNvCxnSpPr>
          <p:nvPr/>
        </p:nvCxnSpPr>
        <p:spPr>
          <a:xfrm>
            <a:off x="5901832" y="5193796"/>
            <a:ext cx="3350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C0FD334-761D-D912-1D21-08670E1D2E8A}"/>
              </a:ext>
            </a:extLst>
          </p:cNvPr>
          <p:cNvCxnSpPr>
            <a:cxnSpLocks/>
          </p:cNvCxnSpPr>
          <p:nvPr/>
        </p:nvCxnSpPr>
        <p:spPr>
          <a:xfrm>
            <a:off x="2752997" y="5350205"/>
            <a:ext cx="34812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21208F8-3FE0-AC1B-C80E-FD20D78B59DE}"/>
              </a:ext>
            </a:extLst>
          </p:cNvPr>
          <p:cNvCxnSpPr>
            <a:cxnSpLocks/>
          </p:cNvCxnSpPr>
          <p:nvPr/>
        </p:nvCxnSpPr>
        <p:spPr>
          <a:xfrm>
            <a:off x="5885190" y="4761566"/>
            <a:ext cx="412176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80D872F-1646-C8B4-3D28-A065AE10E52A}"/>
              </a:ext>
            </a:extLst>
          </p:cNvPr>
          <p:cNvCxnSpPr>
            <a:cxnSpLocks/>
          </p:cNvCxnSpPr>
          <p:nvPr/>
        </p:nvCxnSpPr>
        <p:spPr>
          <a:xfrm>
            <a:off x="5902908" y="4762568"/>
            <a:ext cx="0" cy="437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1C911C3-06B1-BA27-0E72-8513B7FA953C}"/>
              </a:ext>
            </a:extLst>
          </p:cNvPr>
          <p:cNvGrpSpPr/>
          <p:nvPr/>
        </p:nvGrpSpPr>
        <p:grpSpPr>
          <a:xfrm>
            <a:off x="5830434" y="2831816"/>
            <a:ext cx="234557" cy="870633"/>
            <a:chOff x="6175096" y="3854324"/>
            <a:chExt cx="144932" cy="37588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E9EAA92-B7C4-DD4B-50B7-50393C26597E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A305E6-83B9-53CB-E1E6-ED7E1376DC87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20A6F3B-4AFC-D39D-EB32-07F264CE6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4A1E492F-FDFD-873C-401A-ED664BFB16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4CB413E-FC95-91DD-71A9-E415E9DA0C6F}"/>
              </a:ext>
            </a:extLst>
          </p:cNvPr>
          <p:cNvCxnSpPr>
            <a:cxnSpLocks/>
          </p:cNvCxnSpPr>
          <p:nvPr/>
        </p:nvCxnSpPr>
        <p:spPr>
          <a:xfrm>
            <a:off x="5621061" y="3189385"/>
            <a:ext cx="2072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7C14550-6462-0A41-3B27-18A6907D7904}"/>
              </a:ext>
            </a:extLst>
          </p:cNvPr>
          <p:cNvCxnSpPr>
            <a:cxnSpLocks/>
          </p:cNvCxnSpPr>
          <p:nvPr/>
        </p:nvCxnSpPr>
        <p:spPr>
          <a:xfrm>
            <a:off x="5947713" y="2194560"/>
            <a:ext cx="0" cy="7325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2EF4D9E-D764-5247-28FB-BAE945716B98}"/>
              </a:ext>
            </a:extLst>
          </p:cNvPr>
          <p:cNvCxnSpPr>
            <a:cxnSpLocks/>
          </p:cNvCxnSpPr>
          <p:nvPr/>
        </p:nvCxnSpPr>
        <p:spPr>
          <a:xfrm>
            <a:off x="6069777" y="3294127"/>
            <a:ext cx="89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DF69978-CC37-5610-DC69-A84154C64107}"/>
              </a:ext>
            </a:extLst>
          </p:cNvPr>
          <p:cNvCxnSpPr>
            <a:cxnSpLocks/>
          </p:cNvCxnSpPr>
          <p:nvPr/>
        </p:nvCxnSpPr>
        <p:spPr>
          <a:xfrm flipV="1">
            <a:off x="5734007" y="299113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F69D383-57D0-7010-D975-FB7C130FA504}"/>
              </a:ext>
            </a:extLst>
          </p:cNvPr>
          <p:cNvCxnSpPr>
            <a:cxnSpLocks/>
          </p:cNvCxnSpPr>
          <p:nvPr/>
        </p:nvCxnSpPr>
        <p:spPr>
          <a:xfrm flipV="1">
            <a:off x="6157677" y="357110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2BA7206-C813-3D1D-EF15-085AE42D06BA}"/>
              </a:ext>
            </a:extLst>
          </p:cNvPr>
          <p:cNvCxnSpPr>
            <a:cxnSpLocks/>
          </p:cNvCxnSpPr>
          <p:nvPr/>
        </p:nvCxnSpPr>
        <p:spPr>
          <a:xfrm flipV="1">
            <a:off x="6151245" y="3294127"/>
            <a:ext cx="0" cy="2769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72E4A58B-D113-DF30-6FDE-AF16B5A0FA9E}"/>
              </a:ext>
            </a:extLst>
          </p:cNvPr>
          <p:cNvCxnSpPr>
            <a:cxnSpLocks/>
          </p:cNvCxnSpPr>
          <p:nvPr/>
        </p:nvCxnSpPr>
        <p:spPr>
          <a:xfrm flipV="1">
            <a:off x="5736920" y="339169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7769E95-3C9A-A1D0-7BAA-ED25D87EE1E8}"/>
              </a:ext>
            </a:extLst>
          </p:cNvPr>
          <p:cNvSpPr txBox="1"/>
          <p:nvPr/>
        </p:nvSpPr>
        <p:spPr>
          <a:xfrm>
            <a:off x="5029828" y="3273334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BF847ED-3744-0969-7E11-0755B86A5CDF}"/>
              </a:ext>
            </a:extLst>
          </p:cNvPr>
          <p:cNvCxnSpPr/>
          <p:nvPr/>
        </p:nvCxnSpPr>
        <p:spPr>
          <a:xfrm flipH="1">
            <a:off x="5736066" y="2617769"/>
            <a:ext cx="10579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9DB0418-00F7-DDD7-D7E7-F4610D3EEFA6}"/>
              </a:ext>
            </a:extLst>
          </p:cNvPr>
          <p:cNvCxnSpPr>
            <a:cxnSpLocks/>
          </p:cNvCxnSpPr>
          <p:nvPr/>
        </p:nvCxnSpPr>
        <p:spPr>
          <a:xfrm>
            <a:off x="5732729" y="2611094"/>
            <a:ext cx="0" cy="3829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DB22DC2B-CF41-92F4-F2B9-B6F10DE0EAE2}"/>
              </a:ext>
            </a:extLst>
          </p:cNvPr>
          <p:cNvCxnSpPr/>
          <p:nvPr/>
        </p:nvCxnSpPr>
        <p:spPr>
          <a:xfrm flipH="1">
            <a:off x="5645961" y="2404186"/>
            <a:ext cx="36976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54030FC-7D6A-E850-3E7A-0A74E2624E38}"/>
              </a:ext>
            </a:extLst>
          </p:cNvPr>
          <p:cNvCxnSpPr/>
          <p:nvPr/>
        </p:nvCxnSpPr>
        <p:spPr>
          <a:xfrm flipV="1">
            <a:off x="5649298" y="2417535"/>
            <a:ext cx="0" cy="7741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6FDD443-491D-B8C9-0359-814E397D9C25}"/>
              </a:ext>
            </a:extLst>
          </p:cNvPr>
          <p:cNvCxnSpPr/>
          <p:nvPr/>
        </p:nvCxnSpPr>
        <p:spPr>
          <a:xfrm>
            <a:off x="3359244" y="4252509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4ED870C-7DDD-18C7-6A4F-0D2CDF59EA50}"/>
              </a:ext>
            </a:extLst>
          </p:cNvPr>
          <p:cNvCxnSpPr>
            <a:cxnSpLocks/>
          </p:cNvCxnSpPr>
          <p:nvPr/>
        </p:nvCxnSpPr>
        <p:spPr>
          <a:xfrm>
            <a:off x="4372527" y="242154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71CFDDD6-C726-691B-9CA9-125BE7E5CADA}"/>
              </a:ext>
            </a:extLst>
          </p:cNvPr>
          <p:cNvSpPr txBox="1"/>
          <p:nvPr/>
        </p:nvSpPr>
        <p:spPr>
          <a:xfrm>
            <a:off x="3310209" y="196129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5FAFD36-E7BE-8A22-0C52-FA46F61778F0}"/>
              </a:ext>
            </a:extLst>
          </p:cNvPr>
          <p:cNvSpPr txBox="1"/>
          <p:nvPr/>
        </p:nvSpPr>
        <p:spPr>
          <a:xfrm>
            <a:off x="3313362" y="2376665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3290510-9088-6A3E-5DFA-AEBEB6FBD1A1}"/>
              </a:ext>
            </a:extLst>
          </p:cNvPr>
          <p:cNvCxnSpPr>
            <a:cxnSpLocks/>
          </p:cNvCxnSpPr>
          <p:nvPr/>
        </p:nvCxnSpPr>
        <p:spPr>
          <a:xfrm flipV="1">
            <a:off x="4656723" y="257963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D9A6022-1D6D-F3DA-CC84-317FF5FD6666}"/>
              </a:ext>
            </a:extLst>
          </p:cNvPr>
          <p:cNvSpPr txBox="1"/>
          <p:nvPr/>
        </p:nvSpPr>
        <p:spPr>
          <a:xfrm>
            <a:off x="4334630" y="2461304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B5AEF34-ADB3-754B-DE80-ABD4D3F0450B}"/>
              </a:ext>
            </a:extLst>
          </p:cNvPr>
          <p:cNvGrpSpPr/>
          <p:nvPr/>
        </p:nvGrpSpPr>
        <p:grpSpPr>
          <a:xfrm>
            <a:off x="3849394" y="1970747"/>
            <a:ext cx="292770" cy="637674"/>
            <a:chOff x="1074820" y="1507958"/>
            <a:chExt cx="292770" cy="637674"/>
          </a:xfrm>
        </p:grpSpPr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CDC5C6D-A82B-99F5-6FC5-EEDD54CCF19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4EF0649-3BED-33BA-DD96-FB9FA511E98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388C33F-5E4F-4884-089C-DF42CBAA3E4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35B5BAB-BBDC-4A8E-3A36-97A6349BBE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45C3381F-390D-C2F3-E51B-5BEF92543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65DD84B-4F29-10E5-2D86-6E2018D04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8DAAB301-BA98-4D82-23E6-3548785701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526219D0-7A62-A14B-B0E1-B1C20BB4E6B6}"/>
              </a:ext>
            </a:extLst>
          </p:cNvPr>
          <p:cNvCxnSpPr>
            <a:cxnSpLocks/>
          </p:cNvCxnSpPr>
          <p:nvPr/>
        </p:nvCxnSpPr>
        <p:spPr>
          <a:xfrm>
            <a:off x="3675459" y="2502142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73CA6134-70D5-34FA-00BD-59378BC13DD1}"/>
              </a:ext>
            </a:extLst>
          </p:cNvPr>
          <p:cNvCxnSpPr/>
          <p:nvPr/>
        </p:nvCxnSpPr>
        <p:spPr>
          <a:xfrm>
            <a:off x="3671586" y="20770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8EBC1B8-4825-3984-18AF-440ADACF2ABF}"/>
              </a:ext>
            </a:extLst>
          </p:cNvPr>
          <p:cNvSpPr txBox="1"/>
          <p:nvPr/>
        </p:nvSpPr>
        <p:spPr>
          <a:xfrm>
            <a:off x="3884231" y="2175559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0D200FF7-E333-ACB1-85A2-D9AC30E6FCDF}"/>
              </a:ext>
            </a:extLst>
          </p:cNvPr>
          <p:cNvCxnSpPr>
            <a:cxnSpLocks/>
          </p:cNvCxnSpPr>
          <p:nvPr/>
        </p:nvCxnSpPr>
        <p:spPr>
          <a:xfrm flipV="1">
            <a:off x="4634375" y="275510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0E85AB3B-858D-5BF6-ED0E-B3C0624C86F7}"/>
              </a:ext>
            </a:extLst>
          </p:cNvPr>
          <p:cNvSpPr txBox="1"/>
          <p:nvPr/>
        </p:nvSpPr>
        <p:spPr>
          <a:xfrm>
            <a:off x="4379586" y="2641578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3EF25C-11FE-91FB-6359-867A30C024D1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C4DF3196-3785-A9E7-1F1B-2A6EE6375854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418A0F2-C32C-CA49-AA0F-30FCCCAA2766}"/>
              </a:ext>
            </a:extLst>
          </p:cNvPr>
          <p:cNvCxnSpPr>
            <a:cxnSpLocks/>
          </p:cNvCxnSpPr>
          <p:nvPr/>
        </p:nvCxnSpPr>
        <p:spPr>
          <a:xfrm>
            <a:off x="4139842" y="2315754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C55C5F-A294-A543-9E3E-E324A93D8CA8}"/>
              </a:ext>
            </a:extLst>
          </p:cNvPr>
          <p:cNvCxnSpPr>
            <a:cxnSpLocks/>
          </p:cNvCxnSpPr>
          <p:nvPr/>
        </p:nvCxnSpPr>
        <p:spPr>
          <a:xfrm flipV="1">
            <a:off x="10997645" y="4034709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CC19F9B-6EDF-6B64-E3B0-E660B8C52E68}"/>
              </a:ext>
            </a:extLst>
          </p:cNvPr>
          <p:cNvCxnSpPr>
            <a:cxnSpLocks/>
          </p:cNvCxnSpPr>
          <p:nvPr/>
        </p:nvCxnSpPr>
        <p:spPr>
          <a:xfrm flipH="1">
            <a:off x="10946889" y="4449728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07766FF-137E-CFC5-F36B-18899A589011}"/>
              </a:ext>
            </a:extLst>
          </p:cNvPr>
          <p:cNvCxnSpPr>
            <a:cxnSpLocks/>
          </p:cNvCxnSpPr>
          <p:nvPr/>
        </p:nvCxnSpPr>
        <p:spPr>
          <a:xfrm flipH="1">
            <a:off x="5894187" y="2482125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ABE6E774-8C9B-4489-D948-65607F2E188A}"/>
              </a:ext>
            </a:extLst>
          </p:cNvPr>
          <p:cNvCxnSpPr>
            <a:cxnSpLocks/>
          </p:cNvCxnSpPr>
          <p:nvPr/>
        </p:nvCxnSpPr>
        <p:spPr>
          <a:xfrm flipV="1">
            <a:off x="4871195" y="2834512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E9EFFB0-0DED-2330-8209-FC39718441DD}"/>
              </a:ext>
            </a:extLst>
          </p:cNvPr>
          <p:cNvCxnSpPr>
            <a:cxnSpLocks/>
          </p:cNvCxnSpPr>
          <p:nvPr/>
        </p:nvCxnSpPr>
        <p:spPr>
          <a:xfrm flipH="1">
            <a:off x="4827227" y="3020434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6ECA4E6-7E3F-9AE7-DC4A-642870838647}"/>
              </a:ext>
            </a:extLst>
          </p:cNvPr>
          <p:cNvCxnSpPr>
            <a:cxnSpLocks/>
          </p:cNvCxnSpPr>
          <p:nvPr/>
        </p:nvCxnSpPr>
        <p:spPr>
          <a:xfrm>
            <a:off x="4684583" y="1275167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CD28274F-92E6-F852-6391-A717240DE2DF}"/>
              </a:ext>
            </a:extLst>
          </p:cNvPr>
          <p:cNvSpPr txBox="1"/>
          <p:nvPr/>
        </p:nvSpPr>
        <p:spPr>
          <a:xfrm>
            <a:off x="4444698" y="1106312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FC45EE7-792B-F72E-2C03-735BF8B795D9}"/>
              </a:ext>
            </a:extLst>
          </p:cNvPr>
          <p:cNvCxnSpPr>
            <a:cxnSpLocks/>
          </p:cNvCxnSpPr>
          <p:nvPr/>
        </p:nvCxnSpPr>
        <p:spPr>
          <a:xfrm>
            <a:off x="4862151" y="1836978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C7963B8-EAB3-1251-7B88-E9681119B880}"/>
              </a:ext>
            </a:extLst>
          </p:cNvPr>
          <p:cNvSpPr txBox="1"/>
          <p:nvPr/>
        </p:nvSpPr>
        <p:spPr>
          <a:xfrm>
            <a:off x="4493604" y="1641448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64875F-2B8E-5F20-AD69-75128545C0DD}"/>
              </a:ext>
            </a:extLst>
          </p:cNvPr>
          <p:cNvSpPr/>
          <p:nvPr/>
        </p:nvSpPr>
        <p:spPr>
          <a:xfrm>
            <a:off x="4458121" y="1413057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7427857C-18CF-7E87-7DE9-41875BFC41AB}"/>
              </a:ext>
            </a:extLst>
          </p:cNvPr>
          <p:cNvCxnSpPr>
            <a:cxnSpLocks/>
          </p:cNvCxnSpPr>
          <p:nvPr/>
        </p:nvCxnSpPr>
        <p:spPr>
          <a:xfrm>
            <a:off x="5032030" y="1275167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566064C-F469-508F-113D-556CBC75A869}"/>
              </a:ext>
            </a:extLst>
          </p:cNvPr>
          <p:cNvSpPr txBox="1"/>
          <p:nvPr/>
        </p:nvSpPr>
        <p:spPr>
          <a:xfrm>
            <a:off x="4801135" y="1092519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4AC79D0-5B76-D005-1A27-F76F271A152F}"/>
              </a:ext>
            </a:extLst>
          </p:cNvPr>
          <p:cNvCxnSpPr/>
          <p:nvPr/>
        </p:nvCxnSpPr>
        <p:spPr>
          <a:xfrm flipV="1">
            <a:off x="886287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Rectangle 208">
            <a:extLst>
              <a:ext uri="{FF2B5EF4-FFF2-40B4-BE49-F238E27FC236}">
                <a16:creationId xmlns:a16="http://schemas.microsoft.com/office/drawing/2014/main" id="{7E4C1978-E959-3B8A-9B69-5A0570C1B433}"/>
              </a:ext>
            </a:extLst>
          </p:cNvPr>
          <p:cNvSpPr/>
          <p:nvPr/>
        </p:nvSpPr>
        <p:spPr>
          <a:xfrm>
            <a:off x="4259968" y="5572927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B99D9E74-E1B6-5F46-688D-FBFA65E6AF93}"/>
              </a:ext>
            </a:extLst>
          </p:cNvPr>
          <p:cNvSpPr txBox="1"/>
          <p:nvPr/>
        </p:nvSpPr>
        <p:spPr>
          <a:xfrm>
            <a:off x="4318876" y="5611381"/>
            <a:ext cx="574196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35A73827-A0E8-19ED-1B3D-EEA836E5E5D2}"/>
              </a:ext>
            </a:extLst>
          </p:cNvPr>
          <p:cNvCxnSpPr>
            <a:cxnSpLocks/>
          </p:cNvCxnSpPr>
          <p:nvPr/>
        </p:nvCxnSpPr>
        <p:spPr>
          <a:xfrm>
            <a:off x="4030095" y="571014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42328FB6-6571-FA3C-8E81-028268A77042}"/>
              </a:ext>
            </a:extLst>
          </p:cNvPr>
          <p:cNvSpPr/>
          <p:nvPr/>
        </p:nvSpPr>
        <p:spPr>
          <a:xfrm>
            <a:off x="3351306" y="5573141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3468D653-D2DB-10F8-EB42-1EF2F69D462B}"/>
              </a:ext>
            </a:extLst>
          </p:cNvPr>
          <p:cNvSpPr txBox="1"/>
          <p:nvPr/>
        </p:nvSpPr>
        <p:spPr>
          <a:xfrm>
            <a:off x="3316652" y="5593028"/>
            <a:ext cx="729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2F2A33F8-388E-3212-42F2-F316A4DCC9A2}"/>
              </a:ext>
            </a:extLst>
          </p:cNvPr>
          <p:cNvCxnSpPr>
            <a:cxnSpLocks/>
          </p:cNvCxnSpPr>
          <p:nvPr/>
        </p:nvCxnSpPr>
        <p:spPr>
          <a:xfrm>
            <a:off x="2909696" y="5929325"/>
            <a:ext cx="44225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0C1B9568-C8CF-C3E1-D013-4AB3BA49E0A6}"/>
              </a:ext>
            </a:extLst>
          </p:cNvPr>
          <p:cNvCxnSpPr>
            <a:cxnSpLocks/>
          </p:cNvCxnSpPr>
          <p:nvPr/>
        </p:nvCxnSpPr>
        <p:spPr>
          <a:xfrm flipH="1">
            <a:off x="4040822" y="5917227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E49846C5-8569-392B-D7EC-3272F6F2B440}"/>
              </a:ext>
            </a:extLst>
          </p:cNvPr>
          <p:cNvCxnSpPr>
            <a:cxnSpLocks/>
          </p:cNvCxnSpPr>
          <p:nvPr/>
        </p:nvCxnSpPr>
        <p:spPr>
          <a:xfrm>
            <a:off x="2920808" y="5560181"/>
            <a:ext cx="0" cy="3676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BC2F36C1-D9E2-5F94-A594-FBFAAC53E660}"/>
              </a:ext>
            </a:extLst>
          </p:cNvPr>
          <p:cNvCxnSpPr>
            <a:cxnSpLocks/>
          </p:cNvCxnSpPr>
          <p:nvPr/>
        </p:nvCxnSpPr>
        <p:spPr>
          <a:xfrm>
            <a:off x="3145244" y="5712432"/>
            <a:ext cx="21170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FB6D13F-84F6-B220-EF66-A111BDCAEC0A}"/>
              </a:ext>
            </a:extLst>
          </p:cNvPr>
          <p:cNvCxnSpPr>
            <a:cxnSpLocks/>
          </p:cNvCxnSpPr>
          <p:nvPr/>
        </p:nvCxnSpPr>
        <p:spPr>
          <a:xfrm flipH="1">
            <a:off x="2511119" y="5576977"/>
            <a:ext cx="39861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93DC441A-8F48-0B1E-E235-4F3A44A86932}"/>
              </a:ext>
            </a:extLst>
          </p:cNvPr>
          <p:cNvCxnSpPr>
            <a:cxnSpLocks/>
          </p:cNvCxnSpPr>
          <p:nvPr/>
        </p:nvCxnSpPr>
        <p:spPr>
          <a:xfrm>
            <a:off x="3136484" y="5250897"/>
            <a:ext cx="0" cy="4709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611D7C8-EA59-07B6-6DE0-08A00908356E}"/>
              </a:ext>
            </a:extLst>
          </p:cNvPr>
          <p:cNvCxnSpPr>
            <a:cxnSpLocks/>
          </p:cNvCxnSpPr>
          <p:nvPr/>
        </p:nvCxnSpPr>
        <p:spPr>
          <a:xfrm>
            <a:off x="2759850" y="5241548"/>
            <a:ext cx="383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FA97CD2-A4F3-8569-BF3A-77C3076814AA}"/>
              </a:ext>
            </a:extLst>
          </p:cNvPr>
          <p:cNvCxnSpPr>
            <a:cxnSpLocks/>
          </p:cNvCxnSpPr>
          <p:nvPr/>
        </p:nvCxnSpPr>
        <p:spPr>
          <a:xfrm flipV="1">
            <a:off x="4124761" y="5481780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13244B44-D83A-17F1-89B4-8EB805ADF839}"/>
              </a:ext>
            </a:extLst>
          </p:cNvPr>
          <p:cNvCxnSpPr>
            <a:cxnSpLocks/>
          </p:cNvCxnSpPr>
          <p:nvPr/>
        </p:nvCxnSpPr>
        <p:spPr>
          <a:xfrm>
            <a:off x="4172823" y="5931908"/>
            <a:ext cx="0" cy="4027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A12D39-0FA2-ABBD-EACC-E063F56B5583}"/>
              </a:ext>
            </a:extLst>
          </p:cNvPr>
          <p:cNvCxnSpPr/>
          <p:nvPr/>
        </p:nvCxnSpPr>
        <p:spPr>
          <a:xfrm flipH="1">
            <a:off x="2952806" y="5177183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84B6D813-B5DE-D1FC-AF80-525F92C8F7F8}"/>
              </a:ext>
            </a:extLst>
          </p:cNvPr>
          <p:cNvSpPr txBox="1"/>
          <p:nvPr/>
        </p:nvSpPr>
        <p:spPr>
          <a:xfrm>
            <a:off x="2834608" y="5072614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4</a:t>
            </a:r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46D487D-09B4-2769-C34D-554786351A6B}"/>
              </a:ext>
            </a:extLst>
          </p:cNvPr>
          <p:cNvSpPr/>
          <p:nvPr/>
        </p:nvSpPr>
        <p:spPr>
          <a:xfrm>
            <a:off x="4027858" y="6344690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B03E2FCB-F4FA-D322-14B8-FB5E1F9573B3}"/>
              </a:ext>
            </a:extLst>
          </p:cNvPr>
          <p:cNvSpPr txBox="1"/>
          <p:nvPr/>
        </p:nvSpPr>
        <p:spPr>
          <a:xfrm>
            <a:off x="4505477" y="6442196"/>
            <a:ext cx="194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&gt;</a:t>
            </a:r>
            <a:endParaRPr lang="en-US" sz="900" dirty="0"/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657E1736-86D8-4C89-8125-43EFDE81B0A7}"/>
              </a:ext>
            </a:extLst>
          </p:cNvPr>
          <p:cNvCxnSpPr>
            <a:cxnSpLocks/>
          </p:cNvCxnSpPr>
          <p:nvPr/>
        </p:nvCxnSpPr>
        <p:spPr>
          <a:xfrm>
            <a:off x="4696548" y="657501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CFF1441C-A871-C028-33DF-68E89133CAC3}"/>
              </a:ext>
            </a:extLst>
          </p:cNvPr>
          <p:cNvCxnSpPr>
            <a:cxnSpLocks/>
          </p:cNvCxnSpPr>
          <p:nvPr/>
        </p:nvCxnSpPr>
        <p:spPr>
          <a:xfrm>
            <a:off x="4566636" y="6234492"/>
            <a:ext cx="0" cy="100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5CF4424D-C27A-0FCF-199D-B10372DC54C3}"/>
              </a:ext>
            </a:extLst>
          </p:cNvPr>
          <p:cNvSpPr txBox="1"/>
          <p:nvPr/>
        </p:nvSpPr>
        <p:spPr>
          <a:xfrm>
            <a:off x="4443371" y="603882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0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7F7540FB-45AD-3BC3-48E6-D125DD8550E7}"/>
              </a:ext>
            </a:extLst>
          </p:cNvPr>
          <p:cNvSpPr txBox="1"/>
          <p:nvPr/>
        </p:nvSpPr>
        <p:spPr>
          <a:xfrm>
            <a:off x="4802612" y="6461559"/>
            <a:ext cx="5741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6F693865-D421-FB3F-F617-69C8DFB74DDA}"/>
              </a:ext>
            </a:extLst>
          </p:cNvPr>
          <p:cNvSpPr txBox="1"/>
          <p:nvPr/>
        </p:nvSpPr>
        <p:spPr>
          <a:xfrm>
            <a:off x="3408450" y="6047112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stall_count</a:t>
            </a:r>
            <a:endParaRPr lang="en-US" sz="1000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BA26EF9-D46A-45DC-70BA-21364891CB27}"/>
              </a:ext>
            </a:extLst>
          </p:cNvPr>
          <p:cNvSpPr txBox="1"/>
          <p:nvPr/>
        </p:nvSpPr>
        <p:spPr>
          <a:xfrm>
            <a:off x="3685159" y="5311002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start_stall</a:t>
            </a:r>
            <a:endParaRPr lang="en-US" sz="10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04EDAA-FD8A-4089-C218-104118D04C57}"/>
              </a:ext>
            </a:extLst>
          </p:cNvPr>
          <p:cNvCxnSpPr>
            <a:cxnSpLocks/>
          </p:cNvCxnSpPr>
          <p:nvPr/>
        </p:nvCxnSpPr>
        <p:spPr>
          <a:xfrm>
            <a:off x="3472911" y="6051625"/>
            <a:ext cx="0" cy="4027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D23CE11-915B-B2E0-552F-137C75A7E9C7}"/>
              </a:ext>
            </a:extLst>
          </p:cNvPr>
          <p:cNvSpPr txBox="1"/>
          <p:nvPr/>
        </p:nvSpPr>
        <p:spPr>
          <a:xfrm>
            <a:off x="2990194" y="6420855"/>
            <a:ext cx="93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double_stall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142</Words>
  <Application>Microsoft Office PowerPoint</Application>
  <PresentationFormat>Widescreen</PresentationFormat>
  <Paragraphs>82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14</cp:revision>
  <cp:lastPrinted>2025-07-01T16:24:47Z</cp:lastPrinted>
  <dcterms:created xsi:type="dcterms:W3CDTF">2025-06-30T15:01:42Z</dcterms:created>
  <dcterms:modified xsi:type="dcterms:W3CDTF">2026-04-18T20:28:03Z</dcterms:modified>
</cp:coreProperties>
</file>