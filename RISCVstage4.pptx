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7162800" cy="94488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12416A8-775E-4105-82CF-FFB8B1BFA3D7}" v="3" dt="2026-05-08T17:34:09.71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>
        <p:scale>
          <a:sx n="214" d="100"/>
          <a:sy n="214" d="100"/>
        </p:scale>
        <p:origin x="156" y="-12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rk, George W CIV USAF USAFA DF/DFEC" userId="1fb5875a-4594-4db2-80fb-f0db3de11280" providerId="ADAL" clId="{09330963-85FD-4C99-A81B-94D0EE5CFFEB}"/>
    <pc:docChg chg="undo custSel modSld">
      <pc:chgData name="York, George W CIV USAF USAFA DF/DFEC" userId="1fb5875a-4594-4db2-80fb-f0db3de11280" providerId="ADAL" clId="{09330963-85FD-4C99-A81B-94D0EE5CFFEB}" dt="2026-05-08T17:39:28.055" v="138" actId="208"/>
      <pc:docMkLst>
        <pc:docMk/>
      </pc:docMkLst>
      <pc:sldChg chg="addSp delSp modSp mod">
        <pc:chgData name="York, George W CIV USAF USAFA DF/DFEC" userId="1fb5875a-4594-4db2-80fb-f0db3de11280" providerId="ADAL" clId="{09330963-85FD-4C99-A81B-94D0EE5CFFEB}" dt="2026-05-08T17:39:28.055" v="138" actId="208"/>
        <pc:sldMkLst>
          <pc:docMk/>
          <pc:sldMk cId="1501170907" sldId="256"/>
        </pc:sldMkLst>
        <pc:spChg chg="mod">
          <ac:chgData name="York, George W CIV USAF USAFA DF/DFEC" userId="1fb5875a-4594-4db2-80fb-f0db3de11280" providerId="ADAL" clId="{09330963-85FD-4C99-A81B-94D0EE5CFFEB}" dt="2026-04-10T18:20:54.770" v="51" actId="14100"/>
          <ac:spMkLst>
            <pc:docMk/>
            <pc:sldMk cId="1501170907" sldId="256"/>
            <ac:spMk id="2" creationId="{6AB6AF60-D791-21FB-8A86-0D04258DAA85}"/>
          </ac:spMkLst>
        </pc:spChg>
        <pc:spChg chg="mod">
          <ac:chgData name="York, George W CIV USAF USAFA DF/DFEC" userId="1fb5875a-4594-4db2-80fb-f0db3de11280" providerId="ADAL" clId="{09330963-85FD-4C99-A81B-94D0EE5CFFEB}" dt="2026-05-08T17:38:01.631" v="131" actId="1076"/>
          <ac:spMkLst>
            <pc:docMk/>
            <pc:sldMk cId="1501170907" sldId="256"/>
            <ac:spMk id="5" creationId="{DB224797-49E0-B67E-FC03-3154A41834EF}"/>
          </ac:spMkLst>
        </pc:spChg>
        <pc:spChg chg="add mod">
          <ac:chgData name="York, George W CIV USAF USAFA DF/DFEC" userId="1fb5875a-4594-4db2-80fb-f0db3de11280" providerId="ADAL" clId="{09330963-85FD-4C99-A81B-94D0EE5CFFEB}" dt="2026-04-18T20:27:56.696" v="94" actId="14100"/>
          <ac:spMkLst>
            <pc:docMk/>
            <pc:sldMk cId="1501170907" sldId="256"/>
            <ac:spMk id="17" creationId="{DD23CE11-915B-B2E0-552F-137C75A7E9C7}"/>
          </ac:spMkLst>
        </pc:spChg>
        <pc:spChg chg="add mod">
          <ac:chgData name="York, George W CIV USAF USAFA DF/DFEC" userId="1fb5875a-4594-4db2-80fb-f0db3de11280" providerId="ADAL" clId="{09330963-85FD-4C99-A81B-94D0EE5CFFEB}" dt="2026-05-08T17:32:39.522" v="100" actId="1076"/>
          <ac:spMkLst>
            <pc:docMk/>
            <pc:sldMk cId="1501170907" sldId="256"/>
            <ac:spMk id="32" creationId="{2143C07A-7BD3-285F-779B-EA5E4E2370C1}"/>
          </ac:spMkLst>
        </pc:spChg>
        <pc:spChg chg="add mod">
          <ac:chgData name="York, George W CIV USAF USAFA DF/DFEC" userId="1fb5875a-4594-4db2-80fb-f0db3de11280" providerId="ADAL" clId="{09330963-85FD-4C99-A81B-94D0EE5CFFEB}" dt="2026-05-08T17:32:39.522" v="100" actId="1076"/>
          <ac:spMkLst>
            <pc:docMk/>
            <pc:sldMk cId="1501170907" sldId="256"/>
            <ac:spMk id="34" creationId="{B6011141-02A1-8CC5-681B-B9793C2C8CE0}"/>
          </ac:spMkLst>
        </pc:spChg>
        <pc:spChg chg="add mod">
          <ac:chgData name="York, George W CIV USAF USAFA DF/DFEC" userId="1fb5875a-4594-4db2-80fb-f0db3de11280" providerId="ADAL" clId="{09330963-85FD-4C99-A81B-94D0EE5CFFEB}" dt="2026-05-08T17:32:39.522" v="100" actId="1076"/>
          <ac:spMkLst>
            <pc:docMk/>
            <pc:sldMk cId="1501170907" sldId="256"/>
            <ac:spMk id="35" creationId="{B00F8394-6420-6E0A-2BDA-EFD3CDF8A0E0}"/>
          </ac:spMkLst>
        </pc:spChg>
        <pc:spChg chg="mod">
          <ac:chgData name="York, George W CIV USAF USAFA DF/DFEC" userId="1fb5875a-4594-4db2-80fb-f0db3de11280" providerId="ADAL" clId="{09330963-85FD-4C99-A81B-94D0EE5CFFEB}" dt="2026-04-10T18:19:53.616" v="45" actId="1076"/>
          <ac:spMkLst>
            <pc:docMk/>
            <pc:sldMk cId="1501170907" sldId="256"/>
            <ac:spMk id="38" creationId="{9DC00663-BEA1-F516-A24E-D1358A5FA8D3}"/>
          </ac:spMkLst>
        </pc:spChg>
        <pc:spChg chg="mod">
          <ac:chgData name="York, George W CIV USAF USAFA DF/DFEC" userId="1fb5875a-4594-4db2-80fb-f0db3de11280" providerId="ADAL" clId="{09330963-85FD-4C99-A81B-94D0EE5CFFEB}" dt="2026-04-10T18:19:53.616" v="45" actId="1076"/>
          <ac:spMkLst>
            <pc:docMk/>
            <pc:sldMk cId="1501170907" sldId="256"/>
            <ac:spMk id="39" creationId="{6174F677-2B47-463D-4071-9231A2EAA9DF}"/>
          </ac:spMkLst>
        </pc:spChg>
        <pc:spChg chg="add mod">
          <ac:chgData name="York, George W CIV USAF USAFA DF/DFEC" userId="1fb5875a-4594-4db2-80fb-f0db3de11280" providerId="ADAL" clId="{09330963-85FD-4C99-A81B-94D0EE5CFFEB}" dt="2026-05-08T17:32:39.522" v="100" actId="1076"/>
          <ac:spMkLst>
            <pc:docMk/>
            <pc:sldMk cId="1501170907" sldId="256"/>
            <ac:spMk id="53" creationId="{54DB48A0-8679-7515-A495-8900C2A20FCD}"/>
          </ac:spMkLst>
        </pc:spChg>
        <pc:spChg chg="add mod">
          <ac:chgData name="York, George W CIV USAF USAFA DF/DFEC" userId="1fb5875a-4594-4db2-80fb-f0db3de11280" providerId="ADAL" clId="{09330963-85FD-4C99-A81B-94D0EE5CFFEB}" dt="2026-05-08T17:36:14.685" v="114" actId="1076"/>
          <ac:spMkLst>
            <pc:docMk/>
            <pc:sldMk cId="1501170907" sldId="256"/>
            <ac:spMk id="84" creationId="{8F69FFC4-D90F-87A3-72AA-E53AD00637DE}"/>
          </ac:spMkLst>
        </pc:spChg>
        <pc:spChg chg="add mod">
          <ac:chgData name="York, George W CIV USAF USAFA DF/DFEC" userId="1fb5875a-4594-4db2-80fb-f0db3de11280" providerId="ADAL" clId="{09330963-85FD-4C99-A81B-94D0EE5CFFEB}" dt="2026-05-08T17:36:14.685" v="114" actId="1076"/>
          <ac:spMkLst>
            <pc:docMk/>
            <pc:sldMk cId="1501170907" sldId="256"/>
            <ac:spMk id="86" creationId="{D66AEAD3-1629-21A3-A829-EE39F53D4206}"/>
          </ac:spMkLst>
        </pc:spChg>
        <pc:spChg chg="add mod">
          <ac:chgData name="York, George W CIV USAF USAFA DF/DFEC" userId="1fb5875a-4594-4db2-80fb-f0db3de11280" providerId="ADAL" clId="{09330963-85FD-4C99-A81B-94D0EE5CFFEB}" dt="2026-05-08T17:36:14.685" v="114" actId="1076"/>
          <ac:spMkLst>
            <pc:docMk/>
            <pc:sldMk cId="1501170907" sldId="256"/>
            <ac:spMk id="106" creationId="{A046F096-97E2-8456-2195-55E7CAB154C6}"/>
          </ac:spMkLst>
        </pc:spChg>
        <pc:spChg chg="del mod">
          <ac:chgData name="York, George W CIV USAF USAFA DF/DFEC" userId="1fb5875a-4594-4db2-80fb-f0db3de11280" providerId="ADAL" clId="{09330963-85FD-4C99-A81B-94D0EE5CFFEB}" dt="2026-05-08T17:35:11.611" v="111" actId="478"/>
          <ac:spMkLst>
            <pc:docMk/>
            <pc:sldMk cId="1501170907" sldId="256"/>
            <ac:spMk id="119" creationId="{71CFDDD6-C726-691B-9CA9-125BE7E5CADA}"/>
          </ac:spMkLst>
        </pc:spChg>
        <pc:spChg chg="del">
          <ac:chgData name="York, George W CIV USAF USAFA DF/DFEC" userId="1fb5875a-4594-4db2-80fb-f0db3de11280" providerId="ADAL" clId="{09330963-85FD-4C99-A81B-94D0EE5CFFEB}" dt="2026-05-08T17:35:13.222" v="112" actId="478"/>
          <ac:spMkLst>
            <pc:docMk/>
            <pc:sldMk cId="1501170907" sldId="256"/>
            <ac:spMk id="120" creationId="{B5FAFD36-E7BE-8A22-0C52-FA46F61778F0}"/>
          </ac:spMkLst>
        </pc:spChg>
        <pc:spChg chg="del">
          <ac:chgData name="York, George W CIV USAF USAFA DF/DFEC" userId="1fb5875a-4594-4db2-80fb-f0db3de11280" providerId="ADAL" clId="{09330963-85FD-4C99-A81B-94D0EE5CFFEB}" dt="2026-05-08T17:35:05.116" v="108" actId="478"/>
          <ac:spMkLst>
            <pc:docMk/>
            <pc:sldMk cId="1501170907" sldId="256"/>
            <ac:spMk id="132" creationId="{0D9A6022-1D6D-F3DA-CC84-317FF5FD6666}"/>
          </ac:spMkLst>
        </pc:spChg>
        <pc:spChg chg="del">
          <ac:chgData name="York, George W CIV USAF USAFA DF/DFEC" userId="1fb5875a-4594-4db2-80fb-f0db3de11280" providerId="ADAL" clId="{09330963-85FD-4C99-A81B-94D0EE5CFFEB}" dt="2026-05-08T17:35:05.116" v="108" actId="478"/>
          <ac:spMkLst>
            <pc:docMk/>
            <pc:sldMk cId="1501170907" sldId="256"/>
            <ac:spMk id="151" creationId="{CD28274F-92E6-F852-6391-A717240DE2DF}"/>
          </ac:spMkLst>
        </pc:spChg>
        <pc:spChg chg="del">
          <ac:chgData name="York, George W CIV USAF USAFA DF/DFEC" userId="1fb5875a-4594-4db2-80fb-f0db3de11280" providerId="ADAL" clId="{09330963-85FD-4C99-A81B-94D0EE5CFFEB}" dt="2026-05-08T17:35:05.116" v="108" actId="478"/>
          <ac:spMkLst>
            <pc:docMk/>
            <pc:sldMk cId="1501170907" sldId="256"/>
            <ac:spMk id="153" creationId="{6C7963B8-EAB3-1251-7B88-E9681119B880}"/>
          </ac:spMkLst>
        </pc:spChg>
        <pc:spChg chg="del">
          <ac:chgData name="York, George W CIV USAF USAFA DF/DFEC" userId="1fb5875a-4594-4db2-80fb-f0db3de11280" providerId="ADAL" clId="{09330963-85FD-4C99-A81B-94D0EE5CFFEB}" dt="2026-05-08T17:35:05.116" v="108" actId="478"/>
          <ac:spMkLst>
            <pc:docMk/>
            <pc:sldMk cId="1501170907" sldId="256"/>
            <ac:spMk id="154" creationId="{6E64875F-2B8E-5F20-AD69-75128545C0DD}"/>
          </ac:spMkLst>
        </pc:spChg>
        <pc:spChg chg="del">
          <ac:chgData name="York, George W CIV USAF USAFA DF/DFEC" userId="1fb5875a-4594-4db2-80fb-f0db3de11280" providerId="ADAL" clId="{09330963-85FD-4C99-A81B-94D0EE5CFFEB}" dt="2026-05-08T17:35:05.116" v="108" actId="478"/>
          <ac:spMkLst>
            <pc:docMk/>
            <pc:sldMk cId="1501170907" sldId="256"/>
            <ac:spMk id="156" creationId="{2566064C-F469-508F-113D-556CBC75A869}"/>
          </ac:spMkLst>
        </pc:spChg>
        <pc:spChg chg="add mod">
          <ac:chgData name="York, George W CIV USAF USAFA DF/DFEC" userId="1fb5875a-4594-4db2-80fb-f0db3de11280" providerId="ADAL" clId="{09330963-85FD-4C99-A81B-94D0EE5CFFEB}" dt="2026-05-08T17:36:14.685" v="114" actId="1076"/>
          <ac:spMkLst>
            <pc:docMk/>
            <pc:sldMk cId="1501170907" sldId="256"/>
            <ac:spMk id="178" creationId="{09386CA0-1138-305E-7209-5A63253C8BFC}"/>
          </ac:spMkLst>
        </pc:spChg>
        <pc:spChg chg="add mod">
          <ac:chgData name="York, George W CIV USAF USAFA DF/DFEC" userId="1fb5875a-4594-4db2-80fb-f0db3de11280" providerId="ADAL" clId="{09330963-85FD-4C99-A81B-94D0EE5CFFEB}" dt="2026-05-08T17:36:14.685" v="114" actId="1076"/>
          <ac:spMkLst>
            <pc:docMk/>
            <pc:sldMk cId="1501170907" sldId="256"/>
            <ac:spMk id="180" creationId="{FCD657EC-8588-B810-69DD-64CE3E661EA1}"/>
          </ac:spMkLst>
        </pc:spChg>
        <pc:spChg chg="del">
          <ac:chgData name="York, George W CIV USAF USAFA DF/DFEC" userId="1fb5875a-4594-4db2-80fb-f0db3de11280" providerId="ADAL" clId="{09330963-85FD-4C99-A81B-94D0EE5CFFEB}" dt="2026-05-08T17:35:05.116" v="108" actId="478"/>
          <ac:spMkLst>
            <pc:docMk/>
            <pc:sldMk cId="1501170907" sldId="256"/>
            <ac:spMk id="184" creationId="{58EBC1B8-4825-3984-18AF-440ADACF2ABF}"/>
          </ac:spMkLst>
        </pc:spChg>
        <pc:spChg chg="del">
          <ac:chgData name="York, George W CIV USAF USAFA DF/DFEC" userId="1fb5875a-4594-4db2-80fb-f0db3de11280" providerId="ADAL" clId="{09330963-85FD-4C99-A81B-94D0EE5CFFEB}" dt="2026-05-08T17:35:05.116" v="108" actId="478"/>
          <ac:spMkLst>
            <pc:docMk/>
            <pc:sldMk cId="1501170907" sldId="256"/>
            <ac:spMk id="189" creationId="{0E85AB3B-858D-5BF6-ED0E-B3C0624C86F7}"/>
          </ac:spMkLst>
        </pc:spChg>
        <pc:spChg chg="add mod">
          <ac:chgData name="York, George W CIV USAF USAFA DF/DFEC" userId="1fb5875a-4594-4db2-80fb-f0db3de11280" providerId="ADAL" clId="{09330963-85FD-4C99-A81B-94D0EE5CFFEB}" dt="2026-05-08T17:35:39.347" v="113" actId="1076"/>
          <ac:spMkLst>
            <pc:docMk/>
            <pc:sldMk cId="1501170907" sldId="256"/>
            <ac:spMk id="202" creationId="{C5E4C3D1-E848-B046-B8D8-FF2644B018B9}"/>
          </ac:spMkLst>
        </pc:spChg>
        <pc:spChg chg="add mod">
          <ac:chgData name="York, George W CIV USAF USAFA DF/DFEC" userId="1fb5875a-4594-4db2-80fb-f0db3de11280" providerId="ADAL" clId="{09330963-85FD-4C99-A81B-94D0EE5CFFEB}" dt="2026-05-08T17:35:39.347" v="113" actId="1076"/>
          <ac:spMkLst>
            <pc:docMk/>
            <pc:sldMk cId="1501170907" sldId="256"/>
            <ac:spMk id="204" creationId="{64F90C90-E069-CC61-165E-6A1EEB7E1194}"/>
          </ac:spMkLst>
        </pc:spChg>
        <pc:spChg chg="add mod">
          <ac:chgData name="York, George W CIV USAF USAFA DF/DFEC" userId="1fb5875a-4594-4db2-80fb-f0db3de11280" providerId="ADAL" clId="{09330963-85FD-4C99-A81B-94D0EE5CFFEB}" dt="2026-05-08T17:35:39.347" v="113" actId="1076"/>
          <ac:spMkLst>
            <pc:docMk/>
            <pc:sldMk cId="1501170907" sldId="256"/>
            <ac:spMk id="205" creationId="{64D9F53B-87E9-E6A7-973D-AEF42ADBB14F}"/>
          </ac:spMkLst>
        </pc:spChg>
        <pc:spChg chg="add mod">
          <ac:chgData name="York, George W CIV USAF USAFA DF/DFEC" userId="1fb5875a-4594-4db2-80fb-f0db3de11280" providerId="ADAL" clId="{09330963-85FD-4C99-A81B-94D0EE5CFFEB}" dt="2026-05-08T17:38:09.815" v="132" actId="1076"/>
          <ac:spMkLst>
            <pc:docMk/>
            <pc:sldMk cId="1501170907" sldId="256"/>
            <ac:spMk id="207" creationId="{324ACC2E-58E8-851E-7F2C-5A0A160ADD22}"/>
          </ac:spMkLst>
        </pc:spChg>
        <pc:spChg chg="add mod">
          <ac:chgData name="York, George W CIV USAF USAFA DF/DFEC" userId="1fb5875a-4594-4db2-80fb-f0db3de11280" providerId="ADAL" clId="{09330963-85FD-4C99-A81B-94D0EE5CFFEB}" dt="2026-04-10T18:23:52.069" v="71" actId="1076"/>
          <ac:spMkLst>
            <pc:docMk/>
            <pc:sldMk cId="1501170907" sldId="256"/>
            <ac:spMk id="209" creationId="{7E4C1978-E959-3B8A-9B69-5A0570C1B433}"/>
          </ac:spMkLst>
        </pc:spChg>
        <pc:spChg chg="add mod">
          <ac:chgData name="York, George W CIV USAF USAFA DF/DFEC" userId="1fb5875a-4594-4db2-80fb-f0db3de11280" providerId="ADAL" clId="{09330963-85FD-4C99-A81B-94D0EE5CFFEB}" dt="2026-04-10T18:23:52.069" v="71" actId="1076"/>
          <ac:spMkLst>
            <pc:docMk/>
            <pc:sldMk cId="1501170907" sldId="256"/>
            <ac:spMk id="210" creationId="{B99D9E74-E1B6-5F46-688D-FBFA65E6AF93}"/>
          </ac:spMkLst>
        </pc:spChg>
        <pc:spChg chg="add mod">
          <ac:chgData name="York, George W CIV USAF USAFA DF/DFEC" userId="1fb5875a-4594-4db2-80fb-f0db3de11280" providerId="ADAL" clId="{09330963-85FD-4C99-A81B-94D0EE5CFFEB}" dt="2026-04-10T18:23:52.069" v="71" actId="1076"/>
          <ac:spMkLst>
            <pc:docMk/>
            <pc:sldMk cId="1501170907" sldId="256"/>
            <ac:spMk id="212" creationId="{42328FB6-6571-FA3C-8E81-028268A77042}"/>
          </ac:spMkLst>
        </pc:spChg>
        <pc:spChg chg="add mod">
          <ac:chgData name="York, George W CIV USAF USAFA DF/DFEC" userId="1fb5875a-4594-4db2-80fb-f0db3de11280" providerId="ADAL" clId="{09330963-85FD-4C99-A81B-94D0EE5CFFEB}" dt="2026-04-10T18:23:52.069" v="71" actId="1076"/>
          <ac:spMkLst>
            <pc:docMk/>
            <pc:sldMk cId="1501170907" sldId="256"/>
            <ac:spMk id="213" creationId="{3468D653-D2DB-10F8-EB42-1EF2F69D462B}"/>
          </ac:spMkLst>
        </pc:spChg>
        <pc:spChg chg="add mod">
          <ac:chgData name="York, George W CIV USAF USAFA DF/DFEC" userId="1fb5875a-4594-4db2-80fb-f0db3de11280" providerId="ADAL" clId="{09330963-85FD-4C99-A81B-94D0EE5CFFEB}" dt="2026-04-10T18:23:52.069" v="71" actId="1076"/>
          <ac:spMkLst>
            <pc:docMk/>
            <pc:sldMk cId="1501170907" sldId="256"/>
            <ac:spMk id="232" creationId="{84B6D813-B5DE-D1FC-AF80-525F92C8F7F8}"/>
          </ac:spMkLst>
        </pc:spChg>
        <pc:spChg chg="add mod">
          <ac:chgData name="York, George W CIV USAF USAFA DF/DFEC" userId="1fb5875a-4594-4db2-80fb-f0db3de11280" providerId="ADAL" clId="{09330963-85FD-4C99-A81B-94D0EE5CFFEB}" dt="2026-04-10T18:23:52.069" v="71" actId="1076"/>
          <ac:spMkLst>
            <pc:docMk/>
            <pc:sldMk cId="1501170907" sldId="256"/>
            <ac:spMk id="233" creationId="{E46D487D-09B4-2769-C34D-554786351A6B}"/>
          </ac:spMkLst>
        </pc:spChg>
        <pc:spChg chg="add mod">
          <ac:chgData name="York, George W CIV USAF USAFA DF/DFEC" userId="1fb5875a-4594-4db2-80fb-f0db3de11280" providerId="ADAL" clId="{09330963-85FD-4C99-A81B-94D0EE5CFFEB}" dt="2026-04-10T18:23:52.069" v="71" actId="1076"/>
          <ac:spMkLst>
            <pc:docMk/>
            <pc:sldMk cId="1501170907" sldId="256"/>
            <ac:spMk id="234" creationId="{B03E2FCB-F4FA-D322-14B8-FB5E1F9573B3}"/>
          </ac:spMkLst>
        </pc:spChg>
        <pc:spChg chg="add mod">
          <ac:chgData name="York, George W CIV USAF USAFA DF/DFEC" userId="1fb5875a-4594-4db2-80fb-f0db3de11280" providerId="ADAL" clId="{09330963-85FD-4C99-A81B-94D0EE5CFFEB}" dt="2026-04-10T18:23:52.069" v="71" actId="1076"/>
          <ac:spMkLst>
            <pc:docMk/>
            <pc:sldMk cId="1501170907" sldId="256"/>
            <ac:spMk id="242" creationId="{5CF4424D-C27A-0FCF-199D-B10372DC54C3}"/>
          </ac:spMkLst>
        </pc:spChg>
        <pc:spChg chg="add mod">
          <ac:chgData name="York, George W CIV USAF USAFA DF/DFEC" userId="1fb5875a-4594-4db2-80fb-f0db3de11280" providerId="ADAL" clId="{09330963-85FD-4C99-A81B-94D0EE5CFFEB}" dt="2026-04-10T18:23:52.069" v="71" actId="1076"/>
          <ac:spMkLst>
            <pc:docMk/>
            <pc:sldMk cId="1501170907" sldId="256"/>
            <ac:spMk id="245" creationId="{6F693865-D421-FB3F-F617-69C8DFB74DDA}"/>
          </ac:spMkLst>
        </pc:spChg>
        <pc:spChg chg="add mod">
          <ac:chgData name="York, George W CIV USAF USAFA DF/DFEC" userId="1fb5875a-4594-4db2-80fb-f0db3de11280" providerId="ADAL" clId="{09330963-85FD-4C99-A81B-94D0EE5CFFEB}" dt="2026-04-10T18:24:09.554" v="74" actId="1076"/>
          <ac:spMkLst>
            <pc:docMk/>
            <pc:sldMk cId="1501170907" sldId="256"/>
            <ac:spMk id="246" creationId="{3BA26EF9-D46A-45DC-70BA-21364891CB27}"/>
          </ac:spMkLst>
        </pc:spChg>
        <pc:grpChg chg="add mod">
          <ac:chgData name="York, George W CIV USAF USAFA DF/DFEC" userId="1fb5875a-4594-4db2-80fb-f0db3de11280" providerId="ADAL" clId="{09330963-85FD-4C99-A81B-94D0EE5CFFEB}" dt="2026-05-08T17:36:14.685" v="114" actId="1076"/>
          <ac:grpSpMkLst>
            <pc:docMk/>
            <pc:sldMk cId="1501170907" sldId="256"/>
            <ac:grpSpMk id="66" creationId="{1043A246-575E-278D-E538-E3ACE7F6C7ED}"/>
          </ac:grpSpMkLst>
        </pc:grpChg>
        <pc:grpChg chg="mod">
          <ac:chgData name="York, George W CIV USAF USAFA DF/DFEC" userId="1fb5875a-4594-4db2-80fb-f0db3de11280" providerId="ADAL" clId="{09330963-85FD-4C99-A81B-94D0EE5CFFEB}" dt="2026-05-08T17:36:14.685" v="114" actId="1076"/>
          <ac:grpSpMkLst>
            <pc:docMk/>
            <pc:sldMk cId="1501170907" sldId="256"/>
            <ac:grpSpMk id="107" creationId="{B773C7A5-7ABC-0594-7851-14CF77797137}"/>
          </ac:grpSpMkLst>
        </pc:grpChg>
        <pc:grpChg chg="del">
          <ac:chgData name="York, George W CIV USAF USAFA DF/DFEC" userId="1fb5875a-4594-4db2-80fb-f0db3de11280" providerId="ADAL" clId="{09330963-85FD-4C99-A81B-94D0EE5CFFEB}" dt="2026-05-08T17:35:05.116" v="108" actId="478"/>
          <ac:grpSpMkLst>
            <pc:docMk/>
            <pc:sldMk cId="1501170907" sldId="256"/>
            <ac:grpSpMk id="137" creationId="{8B5AEF34-ADB3-754B-DE80-ABD4D3F0450B}"/>
          </ac:grpSpMkLst>
        </pc:grpChg>
        <pc:grpChg chg="del">
          <ac:chgData name="York, George W CIV USAF USAFA DF/DFEC" userId="1fb5875a-4594-4db2-80fb-f0db3de11280" providerId="ADAL" clId="{09330963-85FD-4C99-A81B-94D0EE5CFFEB}" dt="2026-05-08T17:35:08.156" v="109" actId="478"/>
          <ac:grpSpMkLst>
            <pc:docMk/>
            <pc:sldMk cId="1501170907" sldId="256"/>
            <ac:grpSpMk id="247" creationId="{C53FABC7-DD90-8352-C66A-7DFA23EE2633}"/>
          </ac:grpSpMkLst>
        </pc:grpChg>
        <pc:cxnChg chg="add mod">
          <ac:chgData name="York, George W CIV USAF USAFA DF/DFEC" userId="1fb5875a-4594-4db2-80fb-f0db3de11280" providerId="ADAL" clId="{09330963-85FD-4C99-A81B-94D0EE5CFFEB}" dt="2026-04-18T20:27:30.523" v="76" actId="1076"/>
          <ac:cxnSpMkLst>
            <pc:docMk/>
            <pc:sldMk cId="1501170907" sldId="256"/>
            <ac:cxnSpMk id="12" creationId="{C104EDAA-FD8A-4089-C218-104118D04C57}"/>
          </ac:cxnSpMkLst>
        </pc:cxnChg>
        <pc:cxnChg chg="mod">
          <ac:chgData name="York, George W CIV USAF USAFA DF/DFEC" userId="1fb5875a-4594-4db2-80fb-f0db3de11280" providerId="ADAL" clId="{09330963-85FD-4C99-A81B-94D0EE5CFFEB}" dt="2026-04-10T18:19:53.616" v="45" actId="1076"/>
          <ac:cxnSpMkLst>
            <pc:docMk/>
            <pc:sldMk cId="1501170907" sldId="256"/>
            <ac:cxnSpMk id="28" creationId="{DBC59A37-4C55-8753-29C9-9D435BAD749A}"/>
          </ac:cxnSpMkLst>
        </pc:cxnChg>
        <pc:cxnChg chg="add mod">
          <ac:chgData name="York, George W CIV USAF USAFA DF/DFEC" userId="1fb5875a-4594-4db2-80fb-f0db3de11280" providerId="ADAL" clId="{09330963-85FD-4C99-A81B-94D0EE5CFFEB}" dt="2026-05-08T17:32:50.202" v="101" actId="14100"/>
          <ac:cxnSpMkLst>
            <pc:docMk/>
            <pc:sldMk cId="1501170907" sldId="256"/>
            <ac:cxnSpMk id="47" creationId="{3AE93C80-3013-DEAA-0C8C-8059FBC73417}"/>
          </ac:cxnSpMkLst>
        </pc:cxnChg>
        <pc:cxnChg chg="mod">
          <ac:chgData name="York, George W CIV USAF USAFA DF/DFEC" userId="1fb5875a-4594-4db2-80fb-f0db3de11280" providerId="ADAL" clId="{09330963-85FD-4C99-A81B-94D0EE5CFFEB}" dt="2026-05-08T17:38:27.504" v="135" actId="14100"/>
          <ac:cxnSpMkLst>
            <pc:docMk/>
            <pc:sldMk cId="1501170907" sldId="256"/>
            <ac:cxnSpMk id="50" creationId="{50DC1730-2DC8-EE14-BF4C-B0BDADDC0FF1}"/>
          </ac:cxnSpMkLst>
        </pc:cxnChg>
        <pc:cxnChg chg="add del mod">
          <ac:chgData name="York, George W CIV USAF USAFA DF/DFEC" userId="1fb5875a-4594-4db2-80fb-f0db3de11280" providerId="ADAL" clId="{09330963-85FD-4C99-A81B-94D0EE5CFFEB}" dt="2026-05-08T17:32:59.605" v="102" actId="478"/>
          <ac:cxnSpMkLst>
            <pc:docMk/>
            <pc:sldMk cId="1501170907" sldId="256"/>
            <ac:cxnSpMk id="52" creationId="{5E06D8EE-1F91-FC75-99F3-5517B19A6252}"/>
          </ac:cxnSpMkLst>
        </pc:cxnChg>
        <pc:cxnChg chg="mod">
          <ac:chgData name="York, George W CIV USAF USAFA DF/DFEC" userId="1fb5875a-4594-4db2-80fb-f0db3de11280" providerId="ADAL" clId="{09330963-85FD-4C99-A81B-94D0EE5CFFEB}" dt="2026-04-10T18:20:48.258" v="50" actId="14100"/>
          <ac:cxnSpMkLst>
            <pc:docMk/>
            <pc:sldMk cId="1501170907" sldId="256"/>
            <ac:cxnSpMk id="54" creationId="{03324C20-C3D1-9AAB-5C0D-C6C15BD835FE}"/>
          </ac:cxnSpMkLst>
        </pc:cxnChg>
        <pc:cxnChg chg="add mod">
          <ac:chgData name="York, George W CIV USAF USAFA DF/DFEC" userId="1fb5875a-4594-4db2-80fb-f0db3de11280" providerId="ADAL" clId="{09330963-85FD-4C99-A81B-94D0EE5CFFEB}" dt="2026-05-08T17:33:06.537" v="105" actId="14100"/>
          <ac:cxnSpMkLst>
            <pc:docMk/>
            <pc:sldMk cId="1501170907" sldId="256"/>
            <ac:cxnSpMk id="59" creationId="{F5DC23A1-E3C9-66CD-B3A5-E308601A02A9}"/>
          </ac:cxnSpMkLst>
        </pc:cxnChg>
        <pc:cxnChg chg="del">
          <ac:chgData name="York, George W CIV USAF USAFA DF/DFEC" userId="1fb5875a-4594-4db2-80fb-f0db3de11280" providerId="ADAL" clId="{09330963-85FD-4C99-A81B-94D0EE5CFFEB}" dt="2026-05-08T17:38:23.484" v="134" actId="478"/>
          <ac:cxnSpMkLst>
            <pc:docMk/>
            <pc:sldMk cId="1501170907" sldId="256"/>
            <ac:cxnSpMk id="62" creationId="{88974812-60ED-4172-D124-4A8113D87693}"/>
          </ac:cxnSpMkLst>
        </pc:cxnChg>
        <pc:cxnChg chg="mod">
          <ac:chgData name="York, George W CIV USAF USAFA DF/DFEC" userId="1fb5875a-4594-4db2-80fb-f0db3de11280" providerId="ADAL" clId="{09330963-85FD-4C99-A81B-94D0EE5CFFEB}" dt="2026-04-10T18:19:53.616" v="45" actId="1076"/>
          <ac:cxnSpMkLst>
            <pc:docMk/>
            <pc:sldMk cId="1501170907" sldId="256"/>
            <ac:cxnSpMk id="68" creationId="{35DADF49-4B1B-AC71-8C36-C35004BEE094}"/>
          </ac:cxnSpMkLst>
        </pc:cxnChg>
        <pc:cxnChg chg="mod">
          <ac:chgData name="York, George W CIV USAF USAFA DF/DFEC" userId="1fb5875a-4594-4db2-80fb-f0db3de11280" providerId="ADAL" clId="{09330963-85FD-4C99-A81B-94D0EE5CFFEB}" dt="2026-04-10T18:21:27.466" v="55" actId="14100"/>
          <ac:cxnSpMkLst>
            <pc:docMk/>
            <pc:sldMk cId="1501170907" sldId="256"/>
            <ac:cxnSpMk id="72" creationId="{3C0FD334-761D-D912-1D21-08670E1D2E8A}"/>
          </ac:cxnSpMkLst>
        </pc:cxnChg>
        <pc:cxnChg chg="mod">
          <ac:chgData name="York, George W CIV USAF USAFA DF/DFEC" userId="1fb5875a-4594-4db2-80fb-f0db3de11280" providerId="ADAL" clId="{09330963-85FD-4C99-A81B-94D0EE5CFFEB}" dt="2026-05-08T17:38:37.456" v="136" actId="14100"/>
          <ac:cxnSpMkLst>
            <pc:docMk/>
            <pc:sldMk cId="1501170907" sldId="256"/>
            <ac:cxnSpMk id="79" creationId="{85985002-8499-9138-27D1-683C5A5ED252}"/>
          </ac:cxnSpMkLst>
        </pc:cxnChg>
        <pc:cxnChg chg="mod">
          <ac:chgData name="York, George W CIV USAF USAFA DF/DFEC" userId="1fb5875a-4594-4db2-80fb-f0db3de11280" providerId="ADAL" clId="{09330963-85FD-4C99-A81B-94D0EE5CFFEB}" dt="2026-04-10T18:22:19.458" v="63" actId="1076"/>
          <ac:cxnSpMkLst>
            <pc:docMk/>
            <pc:sldMk cId="1501170907" sldId="256"/>
            <ac:cxnSpMk id="82" creationId="{821208F8-3FE0-AC1B-C80E-FD20D78B59DE}"/>
          </ac:cxnSpMkLst>
        </pc:cxnChg>
        <pc:cxnChg chg="mod">
          <ac:chgData name="York, George W CIV USAF USAFA DF/DFEC" userId="1fb5875a-4594-4db2-80fb-f0db3de11280" providerId="ADAL" clId="{09330963-85FD-4C99-A81B-94D0EE5CFFEB}" dt="2026-05-08T17:32:00.418" v="97" actId="14100"/>
          <ac:cxnSpMkLst>
            <pc:docMk/>
            <pc:sldMk cId="1501170907" sldId="256"/>
            <ac:cxnSpMk id="83" creationId="{857589EA-2600-0EE7-5D7E-FFA354A03D39}"/>
          </ac:cxnSpMkLst>
        </pc:cxnChg>
        <pc:cxnChg chg="mod">
          <ac:chgData name="York, George W CIV USAF USAFA DF/DFEC" userId="1fb5875a-4594-4db2-80fb-f0db3de11280" providerId="ADAL" clId="{09330963-85FD-4C99-A81B-94D0EE5CFFEB}" dt="2026-05-08T17:31:43.137" v="95" actId="1076"/>
          <ac:cxnSpMkLst>
            <pc:docMk/>
            <pc:sldMk cId="1501170907" sldId="256"/>
            <ac:cxnSpMk id="85" creationId="{95633958-DAF6-D732-2373-3901093A51FA}"/>
          </ac:cxnSpMkLst>
        </pc:cxnChg>
        <pc:cxnChg chg="mod">
          <ac:chgData name="York, George W CIV USAF USAFA DF/DFEC" userId="1fb5875a-4594-4db2-80fb-f0db3de11280" providerId="ADAL" clId="{09330963-85FD-4C99-A81B-94D0EE5CFFEB}" dt="2026-05-08T17:31:54.056" v="96" actId="14100"/>
          <ac:cxnSpMkLst>
            <pc:docMk/>
            <pc:sldMk cId="1501170907" sldId="256"/>
            <ac:cxnSpMk id="87" creationId="{4B6F7810-982D-2B77-AC93-0E1947AF6544}"/>
          </ac:cxnSpMkLst>
        </pc:cxnChg>
        <pc:cxnChg chg="mod">
          <ac:chgData name="York, George W CIV USAF USAFA DF/DFEC" userId="1fb5875a-4594-4db2-80fb-f0db3de11280" providerId="ADAL" clId="{09330963-85FD-4C99-A81B-94D0EE5CFFEB}" dt="2026-04-10T18:22:08.546" v="61" actId="14100"/>
          <ac:cxnSpMkLst>
            <pc:docMk/>
            <pc:sldMk cId="1501170907" sldId="256"/>
            <ac:cxnSpMk id="92" creationId="{780D872F-1646-C8B4-3D28-A065AE10E52A}"/>
          </ac:cxnSpMkLst>
        </pc:cxnChg>
        <pc:cxnChg chg="del">
          <ac:chgData name="York, George W CIV USAF USAFA DF/DFEC" userId="1fb5875a-4594-4db2-80fb-f0db3de11280" providerId="ADAL" clId="{09330963-85FD-4C99-A81B-94D0EE5CFFEB}" dt="2026-05-08T17:35:08.156" v="109" actId="478"/>
          <ac:cxnSpMkLst>
            <pc:docMk/>
            <pc:sldMk cId="1501170907" sldId="256"/>
            <ac:cxnSpMk id="146" creationId="{ABE6E774-8C9B-4489-D948-65607F2E188A}"/>
          </ac:cxnSpMkLst>
        </pc:cxnChg>
        <pc:cxnChg chg="del">
          <ac:chgData name="York, George W CIV USAF USAFA DF/DFEC" userId="1fb5875a-4594-4db2-80fb-f0db3de11280" providerId="ADAL" clId="{09330963-85FD-4C99-A81B-94D0EE5CFFEB}" dt="2026-05-08T17:35:08.156" v="109" actId="478"/>
          <ac:cxnSpMkLst>
            <pc:docMk/>
            <pc:sldMk cId="1501170907" sldId="256"/>
            <ac:cxnSpMk id="148" creationId="{FE9EFFB0-0DED-2330-8209-FC39718441DD}"/>
          </ac:cxnSpMkLst>
        </pc:cxnChg>
        <pc:cxnChg chg="del">
          <ac:chgData name="York, George W CIV USAF USAFA DF/DFEC" userId="1fb5875a-4594-4db2-80fb-f0db3de11280" providerId="ADAL" clId="{09330963-85FD-4C99-A81B-94D0EE5CFFEB}" dt="2026-05-08T17:35:05.116" v="108" actId="478"/>
          <ac:cxnSpMkLst>
            <pc:docMk/>
            <pc:sldMk cId="1501170907" sldId="256"/>
            <ac:cxnSpMk id="149" creationId="{F6ECA4E6-7E3F-9AE7-DC4A-642870838647}"/>
          </ac:cxnSpMkLst>
        </pc:cxnChg>
        <pc:cxnChg chg="mod">
          <ac:chgData name="York, George W CIV USAF USAFA DF/DFEC" userId="1fb5875a-4594-4db2-80fb-f0db3de11280" providerId="ADAL" clId="{09330963-85FD-4C99-A81B-94D0EE5CFFEB}" dt="2026-05-08T17:36:14.685" v="114" actId="1076"/>
          <ac:cxnSpMkLst>
            <pc:docMk/>
            <pc:sldMk cId="1501170907" sldId="256"/>
            <ac:cxnSpMk id="176" creationId="{83721058-E86C-EB18-A1F1-24BD0BF2686D}"/>
          </ac:cxnSpMkLst>
        </pc:cxnChg>
        <pc:cxnChg chg="mod">
          <ac:chgData name="York, George W CIV USAF USAFA DF/DFEC" userId="1fb5875a-4594-4db2-80fb-f0db3de11280" providerId="ADAL" clId="{09330963-85FD-4C99-A81B-94D0EE5CFFEB}" dt="2026-05-08T17:36:14.685" v="114" actId="1076"/>
          <ac:cxnSpMkLst>
            <pc:docMk/>
            <pc:sldMk cId="1501170907" sldId="256"/>
            <ac:cxnSpMk id="185" creationId="{45DDE841-DDA8-50C0-DF84-DFEAD66D212E}"/>
          </ac:cxnSpMkLst>
        </pc:cxnChg>
        <pc:cxnChg chg="del">
          <ac:chgData name="York, George W CIV USAF USAFA DF/DFEC" userId="1fb5875a-4594-4db2-80fb-f0db3de11280" providerId="ADAL" clId="{09330963-85FD-4C99-A81B-94D0EE5CFFEB}" dt="2026-05-08T17:35:05.116" v="108" actId="478"/>
          <ac:cxnSpMkLst>
            <pc:docMk/>
            <pc:sldMk cId="1501170907" sldId="256"/>
            <ac:cxnSpMk id="196" creationId="{C4DF3196-3785-A9E7-1F1B-2A6EE6375854}"/>
          </ac:cxnSpMkLst>
        </pc:cxnChg>
        <pc:cxnChg chg="mod">
          <ac:chgData name="York, George W CIV USAF USAFA DF/DFEC" userId="1fb5875a-4594-4db2-80fb-f0db3de11280" providerId="ADAL" clId="{09330963-85FD-4C99-A81B-94D0EE5CFFEB}" dt="2026-05-08T17:36:14.685" v="114" actId="1076"/>
          <ac:cxnSpMkLst>
            <pc:docMk/>
            <pc:sldMk cId="1501170907" sldId="256"/>
            <ac:cxnSpMk id="199" creationId="{DD9CD45F-603E-9C8E-1E43-C8A5BE41D6EE}"/>
          </ac:cxnSpMkLst>
        </pc:cxnChg>
        <pc:cxnChg chg="mod">
          <ac:chgData name="York, George W CIV USAF USAFA DF/DFEC" userId="1fb5875a-4594-4db2-80fb-f0db3de11280" providerId="ADAL" clId="{09330963-85FD-4C99-A81B-94D0EE5CFFEB}" dt="2026-05-08T17:39:22.939" v="137" actId="208"/>
          <ac:cxnSpMkLst>
            <pc:docMk/>
            <pc:sldMk cId="1501170907" sldId="256"/>
            <ac:cxnSpMk id="201" creationId="{83A0DF4B-DC05-17D1-759D-39EFC1DE02DF}"/>
          </ac:cxnSpMkLst>
        </pc:cxnChg>
        <pc:cxnChg chg="mod">
          <ac:chgData name="York, George W CIV USAF USAFA DF/DFEC" userId="1fb5875a-4594-4db2-80fb-f0db3de11280" providerId="ADAL" clId="{09330963-85FD-4C99-A81B-94D0EE5CFFEB}" dt="2026-05-08T17:36:39.023" v="117" actId="208"/>
          <ac:cxnSpMkLst>
            <pc:docMk/>
            <pc:sldMk cId="1501170907" sldId="256"/>
            <ac:cxnSpMk id="203" creationId="{EE0A7450-E98D-2100-D475-3D6DDD92F800}"/>
          </ac:cxnSpMkLst>
        </pc:cxnChg>
        <pc:cxnChg chg="mod">
          <ac:chgData name="York, George W CIV USAF USAFA DF/DFEC" userId="1fb5875a-4594-4db2-80fb-f0db3de11280" providerId="ADAL" clId="{09330963-85FD-4C99-A81B-94D0EE5CFFEB}" dt="2026-05-08T17:39:28.055" v="138" actId="208"/>
          <ac:cxnSpMkLst>
            <pc:docMk/>
            <pc:sldMk cId="1501170907" sldId="256"/>
            <ac:cxnSpMk id="206" creationId="{21A460EE-EB70-C945-9EB0-A42BA9B94C3F}"/>
          </ac:cxnSpMkLst>
        </pc:cxnChg>
        <pc:cxnChg chg="mod">
          <ac:chgData name="York, George W CIV USAF USAFA DF/DFEC" userId="1fb5875a-4594-4db2-80fb-f0db3de11280" providerId="ADAL" clId="{09330963-85FD-4C99-A81B-94D0EE5CFFEB}" dt="2026-04-10T18:23:32.536" v="69" actId="1076"/>
          <ac:cxnSpMkLst>
            <pc:docMk/>
            <pc:sldMk cId="1501170907" sldId="256"/>
            <ac:cxnSpMk id="223" creationId="{320A29EB-ABD9-7A97-166B-5F32289CDE2A}"/>
          </ac:cxnSpMkLst>
        </pc:cxnChg>
        <pc:cxnChg chg="mod">
          <ac:chgData name="York, George W CIV USAF USAFA DF/DFEC" userId="1fb5875a-4594-4db2-80fb-f0db3de11280" providerId="ADAL" clId="{09330963-85FD-4C99-A81B-94D0EE5CFFEB}" dt="2026-05-08T17:37:15.120" v="123" actId="1076"/>
          <ac:cxnSpMkLst>
            <pc:docMk/>
            <pc:sldMk cId="1501170907" sldId="256"/>
            <ac:cxnSpMk id="286" creationId="{B760AF97-E733-241D-903A-11456E3E2363}"/>
          </ac:cxnSpMkLst>
        </pc:cxnChg>
        <pc:cxnChg chg="mod">
          <ac:chgData name="York, George W CIV USAF USAFA DF/DFEC" userId="1fb5875a-4594-4db2-80fb-f0db3de11280" providerId="ADAL" clId="{09330963-85FD-4C99-A81B-94D0EE5CFFEB}" dt="2026-05-08T17:37:53.271" v="130" actId="14100"/>
          <ac:cxnSpMkLst>
            <pc:docMk/>
            <pc:sldMk cId="1501170907" sldId="256"/>
            <ac:cxnSpMk id="288" creationId="{FBC20363-C806-EF5C-EF5B-FA8F14D0B2F9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93299-5041-75C6-017B-30BC5A7703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D5B8DF-234E-2565-8A74-EC4222DD85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5057E2-614B-D8D3-DAFD-EB72441E8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D690C6-9279-0175-F287-5CC57F0F3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5997C7-E9F4-F1AF-9589-55C8A58F5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315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2C697-D311-D3F4-746D-9512D58AD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49517B-7E5A-43C5-AFA7-CA8FAD4DD4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651C59-7FDA-699E-57AD-CD4F8B7B55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333E41-82A1-9D05-F8BB-7CBEB4AED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15BC14-12CB-B85A-903B-B6B3E5C79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7182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FBDC1-63DB-A261-8B23-4DB5378B6F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E65E3A-3EBC-4A5E-B2B6-C98ADB8871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56D6BF-0ABC-0A1E-2556-6181195E5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5CF61C-418D-55F8-1B7C-FE7BEF28A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3E840A-E96E-07C4-96F6-A07EDA8D3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9564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1E5CC-0588-6BDA-D14C-7841AE213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89EAD0-6884-D842-3703-5940E1F302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5165D7-E4D0-6E62-7410-8DD685ED13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637052-AB9E-16C3-06EB-11FD36635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0E6E59-D0C1-59C6-AECF-05F568FA3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6E6FBB-64A9-ACBE-39EC-C8D5F230D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5113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3D773-A9B5-CAE2-7A49-D74CDCCD9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9D8187-78C8-5A5F-AA62-B2B189686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C4D96B-C717-D46C-BA87-BE57D3E584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4135A0-3376-3CEC-BE24-0142BE8DBE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BC3AC10-421B-C35A-B933-38881A6F5E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C37917C-0CC4-4F40-CED8-E47FEAF9F4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ADFAFCF-F24B-F467-EE20-6295A7E0C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67A846-92AC-6BF7-0A06-104B81E38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7019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ECAF6E-DCF2-8CBC-0A12-19FBFECE0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1BD701-32A0-96D1-647C-B494D92884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6753AA-0B6F-1296-7C13-668735B263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3892D3-3E5D-4D55-9820-26F146551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843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5379F85-5DE8-E547-90AD-EA619EAF0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9E778A-56AF-B474-3FA7-E1C69EC04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6F13C4-15EC-1F25-AA88-0E7F792CEF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9324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0C723-D383-8BBE-4335-E9AC5A8A58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38FEE8-EA2C-0896-1608-DD49A5F88F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A10344-FE72-8D2C-2A7A-98D16F4222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EF8B27-B0FB-3AC9-EE50-116F5890B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0BE820-C4D0-A9B9-3984-64D0AEFD7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1FF1BD-E095-E09D-35E0-8B5632EE7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6903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0EAEC-5F14-6769-2CA4-40366A78DD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CDC298D-F147-E7D7-A1EB-D18A0AE668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660A7D-1C77-2BB1-E9DF-A6BFBADA01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20A765-EAFF-C2C5-315F-08EA819876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E76CCC-11A5-2B7F-114C-9486DDFA0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B36D6A-8D27-FCE0-0A3F-E85DD5B5C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74499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82B3E-D736-AF83-EE9F-13F94B5CB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2EFD6A-15AB-A3D9-68C9-10A1DA0FE9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51C672-7AE0-6E8E-C3A7-6298D90DD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88457A-275A-9FF2-74DF-D9ECDF2D9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90FC87-DE10-893D-ED45-023BD9C81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0319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8E2E4A7-F30E-A229-C8B2-EFAA9BEB1E3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D79462-7BAC-5207-FD65-DA6583A52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860B-1B0A-B930-D2DD-993523E719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2FC0B7-78D5-E67F-FC88-5D255F29E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FF8B40-7A68-DFDB-BD83-6B27D6BB2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7012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11CEFFF-13F7-262B-B970-735F2F0D4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74BEF5-8A79-A960-F86F-B92A2C4A24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E2C7EF-1281-E6F3-8101-E7427E5E50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AFF834-1BEC-4F95-9622-28B5DCC1FE16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DAC2B-E565-9204-1CEB-303278FA4A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788FD1-1743-4E35-DD86-376C42FB33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391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Rectangle 89">
            <a:extLst>
              <a:ext uri="{FF2B5EF4-FFF2-40B4-BE49-F238E27FC236}">
                <a16:creationId xmlns:a16="http://schemas.microsoft.com/office/drawing/2014/main" id="{E5E3C8FC-BB27-8EAD-AA8B-33B131880EBA}"/>
              </a:ext>
            </a:extLst>
          </p:cNvPr>
          <p:cNvSpPr/>
          <p:nvPr/>
        </p:nvSpPr>
        <p:spPr>
          <a:xfrm>
            <a:off x="3538057" y="3099557"/>
            <a:ext cx="865785" cy="124341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55267A-D19E-887C-DE49-0FCC56FF700B}"/>
              </a:ext>
            </a:extLst>
          </p:cNvPr>
          <p:cNvSpPr txBox="1"/>
          <p:nvPr/>
        </p:nvSpPr>
        <p:spPr>
          <a:xfrm>
            <a:off x="3825240" y="82040"/>
            <a:ext cx="481042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Stage 4. RISC-V 5-cycle Pipeline Architecture</a:t>
            </a:r>
          </a:p>
          <a:p>
            <a:pPr algn="ctr"/>
            <a:r>
              <a:rPr lang="en-US" sz="1200" b="1" dirty="0"/>
              <a:t>Forwarding / Earlier Branch Decision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224797-49E0-B67E-FC03-3154A41834EF}"/>
              </a:ext>
            </a:extLst>
          </p:cNvPr>
          <p:cNvSpPr txBox="1"/>
          <p:nvPr/>
        </p:nvSpPr>
        <p:spPr>
          <a:xfrm>
            <a:off x="526679" y="566943"/>
            <a:ext cx="15564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Instruction Fetch (IF)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02132D-A974-B4EB-7900-F8BED8A09AB0}"/>
              </a:ext>
            </a:extLst>
          </p:cNvPr>
          <p:cNvSpPr txBox="1"/>
          <p:nvPr/>
        </p:nvSpPr>
        <p:spPr>
          <a:xfrm>
            <a:off x="3072930" y="623773"/>
            <a:ext cx="18140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Instruction Decode (ID) /</a:t>
            </a:r>
          </a:p>
          <a:p>
            <a:pPr algn="ctr"/>
            <a:r>
              <a:rPr lang="en-US" sz="1200" dirty="0"/>
              <a:t>Register Fetch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E2FF47-5A2B-0305-FCBA-6E39C9831663}"/>
              </a:ext>
            </a:extLst>
          </p:cNvPr>
          <p:cNvSpPr txBox="1"/>
          <p:nvPr/>
        </p:nvSpPr>
        <p:spPr>
          <a:xfrm>
            <a:off x="5804838" y="607871"/>
            <a:ext cx="10902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Execute (EX) /</a:t>
            </a:r>
          </a:p>
          <a:p>
            <a:pPr algn="ctr"/>
            <a:r>
              <a:rPr lang="en-US" sz="1200" dirty="0"/>
              <a:t>Address Calc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A752A1-6D5B-3A06-E499-B8A91491317E}"/>
              </a:ext>
            </a:extLst>
          </p:cNvPr>
          <p:cNvSpPr txBox="1"/>
          <p:nvPr/>
        </p:nvSpPr>
        <p:spPr>
          <a:xfrm>
            <a:off x="7813021" y="591969"/>
            <a:ext cx="16937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Memory Access (MEM)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80E26C-B122-EBF8-1BAE-F14C52F6765D}"/>
              </a:ext>
            </a:extLst>
          </p:cNvPr>
          <p:cNvSpPr txBox="1"/>
          <p:nvPr/>
        </p:nvSpPr>
        <p:spPr>
          <a:xfrm>
            <a:off x="10341685" y="591969"/>
            <a:ext cx="1255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Write Back (WB)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CBA6833-C633-E5C9-7E4C-C120C994AEAE}"/>
              </a:ext>
            </a:extLst>
          </p:cNvPr>
          <p:cNvCxnSpPr>
            <a:cxnSpLocks/>
          </p:cNvCxnSpPr>
          <p:nvPr/>
        </p:nvCxnSpPr>
        <p:spPr>
          <a:xfrm flipH="1">
            <a:off x="2638258" y="1862975"/>
            <a:ext cx="1327" cy="305320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260DFE6-5315-9AC9-190B-7C588133F608}"/>
              </a:ext>
            </a:extLst>
          </p:cNvPr>
          <p:cNvCxnSpPr/>
          <p:nvPr/>
        </p:nvCxnSpPr>
        <p:spPr>
          <a:xfrm>
            <a:off x="7561948" y="1862975"/>
            <a:ext cx="0" cy="46117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5519404-0CCB-B1DC-032D-7F61334BD5A1}"/>
              </a:ext>
            </a:extLst>
          </p:cNvPr>
          <p:cNvCxnSpPr/>
          <p:nvPr/>
        </p:nvCxnSpPr>
        <p:spPr>
          <a:xfrm>
            <a:off x="10069478" y="1862975"/>
            <a:ext cx="0" cy="46117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17F1C8A5-1E03-D3EE-A0CD-31E6BF30CE41}"/>
              </a:ext>
            </a:extLst>
          </p:cNvPr>
          <p:cNvSpPr/>
          <p:nvPr/>
        </p:nvSpPr>
        <p:spPr>
          <a:xfrm>
            <a:off x="532490" y="3100279"/>
            <a:ext cx="302982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FD1EBFC-D10E-E8FA-702E-C2055631644E}"/>
              </a:ext>
            </a:extLst>
          </p:cNvPr>
          <p:cNvSpPr txBox="1"/>
          <p:nvPr/>
        </p:nvSpPr>
        <p:spPr>
          <a:xfrm>
            <a:off x="510696" y="3409622"/>
            <a:ext cx="34657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PC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C2E83A9E-00CB-A2F8-9F98-DB66FE846D2B}"/>
              </a:ext>
            </a:extLst>
          </p:cNvPr>
          <p:cNvGrpSpPr/>
          <p:nvPr/>
        </p:nvGrpSpPr>
        <p:grpSpPr>
          <a:xfrm>
            <a:off x="1359409" y="2462605"/>
            <a:ext cx="292770" cy="637674"/>
            <a:chOff x="1074820" y="1507958"/>
            <a:chExt cx="292770" cy="637674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7FA9A5B-CB84-2EB0-E546-86EC440B72D5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507958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E5C77C1-9CF9-1E16-50F7-97165BEA36DD}"/>
                </a:ext>
              </a:extLst>
            </p:cNvPr>
            <p:cNvCxnSpPr>
              <a:cxnSpLocks/>
            </p:cNvCxnSpPr>
            <p:nvPr/>
          </p:nvCxnSpPr>
          <p:spPr>
            <a:xfrm>
              <a:off x="1367590" y="1720516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A4B8CDA6-2762-C4F5-462F-1DFB1F8AD3FF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933074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702FE24B-5DF0-F485-4D3C-1274E51657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4821" y="1936227"/>
              <a:ext cx="292769" cy="2094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95975B7-C231-726E-F036-03E868A2B0B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74821" y="1507958"/>
              <a:ext cx="292769" cy="21571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28EF4851-5EED-A8DF-0BFA-2D36255F2F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4821" y="1829948"/>
              <a:ext cx="140545" cy="10312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ADE1BB0F-7F44-AAB3-DDC6-D559EF8CF86E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0" y="1716505"/>
              <a:ext cx="140545" cy="10713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89779250-CCA9-E70F-BB44-4BF6A6DFE9DB}"/>
              </a:ext>
            </a:extLst>
          </p:cNvPr>
          <p:cNvSpPr/>
          <p:nvPr/>
        </p:nvSpPr>
        <p:spPr>
          <a:xfrm>
            <a:off x="1136475" y="3303944"/>
            <a:ext cx="678789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F71C18F-2509-EE4D-4CCF-671D6132B81A}"/>
              </a:ext>
            </a:extLst>
          </p:cNvPr>
          <p:cNvSpPr txBox="1"/>
          <p:nvPr/>
        </p:nvSpPr>
        <p:spPr>
          <a:xfrm>
            <a:off x="1081369" y="3518519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Instruction</a:t>
            </a:r>
          </a:p>
          <a:p>
            <a:pPr algn="ctr"/>
            <a:r>
              <a:rPr lang="en-US" sz="1000" dirty="0"/>
              <a:t>Memory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62F0744-F252-2E57-E70D-46D638EDC959}"/>
              </a:ext>
            </a:extLst>
          </p:cNvPr>
          <p:cNvSpPr/>
          <p:nvPr/>
        </p:nvSpPr>
        <p:spPr>
          <a:xfrm>
            <a:off x="1976172" y="3303944"/>
            <a:ext cx="302982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66E3533-5E8E-745F-D8F5-A23CE9ABD26D}"/>
              </a:ext>
            </a:extLst>
          </p:cNvPr>
          <p:cNvSpPr txBox="1"/>
          <p:nvPr/>
        </p:nvSpPr>
        <p:spPr>
          <a:xfrm>
            <a:off x="1983880" y="3613287"/>
            <a:ext cx="29527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IR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E2B66EC-2BE1-E44E-7373-F40AC05C62C6}"/>
              </a:ext>
            </a:extLst>
          </p:cNvPr>
          <p:cNvSpPr/>
          <p:nvPr/>
        </p:nvSpPr>
        <p:spPr>
          <a:xfrm>
            <a:off x="1988550" y="2345834"/>
            <a:ext cx="302982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61A2BC1-FBC0-F6F1-4CF7-DA1BFBA2B724}"/>
              </a:ext>
            </a:extLst>
          </p:cNvPr>
          <p:cNvSpPr txBox="1"/>
          <p:nvPr/>
        </p:nvSpPr>
        <p:spPr>
          <a:xfrm>
            <a:off x="1921674" y="266577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NPC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2985C22F-9117-9276-318F-953E57303C7F}"/>
              </a:ext>
            </a:extLst>
          </p:cNvPr>
          <p:cNvCxnSpPr/>
          <p:nvPr/>
        </p:nvCxnSpPr>
        <p:spPr>
          <a:xfrm>
            <a:off x="1181601" y="2994000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DEFB51DF-C201-E15E-5AC3-33F19BCD98C8}"/>
              </a:ext>
            </a:extLst>
          </p:cNvPr>
          <p:cNvSpPr txBox="1"/>
          <p:nvPr/>
        </p:nvSpPr>
        <p:spPr>
          <a:xfrm>
            <a:off x="978691" y="2868020"/>
            <a:ext cx="253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4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50DC1730-2DC8-EE14-BF4C-B0BDADDC0FF1}"/>
              </a:ext>
            </a:extLst>
          </p:cNvPr>
          <p:cNvCxnSpPr>
            <a:cxnSpLocks/>
          </p:cNvCxnSpPr>
          <p:nvPr/>
        </p:nvCxnSpPr>
        <p:spPr>
          <a:xfrm>
            <a:off x="934575" y="2568516"/>
            <a:ext cx="42483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659943FA-4B6F-768D-06C0-4089702D09F7}"/>
              </a:ext>
            </a:extLst>
          </p:cNvPr>
          <p:cNvCxnSpPr>
            <a:cxnSpLocks/>
            <a:endCxn id="45" idx="1"/>
          </p:cNvCxnSpPr>
          <p:nvPr/>
        </p:nvCxnSpPr>
        <p:spPr>
          <a:xfrm flipV="1">
            <a:off x="1651248" y="2778289"/>
            <a:ext cx="337302" cy="13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C2E7DC4-844A-C5EA-DE17-84B5DF7297B8}"/>
              </a:ext>
            </a:extLst>
          </p:cNvPr>
          <p:cNvCxnSpPr/>
          <p:nvPr/>
        </p:nvCxnSpPr>
        <p:spPr>
          <a:xfrm>
            <a:off x="1806072" y="3735756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C49D7864-D93C-BF99-66FF-D2C4F2C00D63}"/>
              </a:ext>
            </a:extLst>
          </p:cNvPr>
          <p:cNvCxnSpPr>
            <a:cxnSpLocks/>
          </p:cNvCxnSpPr>
          <p:nvPr/>
        </p:nvCxnSpPr>
        <p:spPr>
          <a:xfrm>
            <a:off x="835472" y="3571106"/>
            <a:ext cx="29884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8242732E-8C7A-B59A-A71F-EE6E1C3473D7}"/>
              </a:ext>
            </a:extLst>
          </p:cNvPr>
          <p:cNvCxnSpPr/>
          <p:nvPr/>
        </p:nvCxnSpPr>
        <p:spPr>
          <a:xfrm>
            <a:off x="934575" y="2568884"/>
            <a:ext cx="0" cy="100222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051380C-7AC3-E614-919E-D239B7148F90}"/>
              </a:ext>
            </a:extLst>
          </p:cNvPr>
          <p:cNvCxnSpPr/>
          <p:nvPr/>
        </p:nvCxnSpPr>
        <p:spPr>
          <a:xfrm>
            <a:off x="354682" y="3571106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43D81353-E0D4-11A6-8251-372780A9E3C4}"/>
              </a:ext>
            </a:extLst>
          </p:cNvPr>
          <p:cNvSpPr/>
          <p:nvPr/>
        </p:nvSpPr>
        <p:spPr>
          <a:xfrm>
            <a:off x="1077442" y="4916175"/>
            <a:ext cx="678789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E8D0138-4B77-FFA4-8FF2-FD84E92B36C9}"/>
              </a:ext>
            </a:extLst>
          </p:cNvPr>
          <p:cNvSpPr txBox="1"/>
          <p:nvPr/>
        </p:nvSpPr>
        <p:spPr>
          <a:xfrm>
            <a:off x="1115312" y="5130750"/>
            <a:ext cx="6030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Control</a:t>
            </a:r>
          </a:p>
          <a:p>
            <a:pPr algn="ctr"/>
            <a:r>
              <a:rPr lang="en-US" sz="1000" dirty="0"/>
              <a:t>Unit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00E5928D-8B59-DB64-4689-8B8A1D94A22C}"/>
              </a:ext>
            </a:extLst>
          </p:cNvPr>
          <p:cNvSpPr/>
          <p:nvPr/>
        </p:nvSpPr>
        <p:spPr>
          <a:xfrm>
            <a:off x="1995038" y="5834586"/>
            <a:ext cx="302982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77C1290-2996-9401-3AC2-06CF5A8F9D57}"/>
              </a:ext>
            </a:extLst>
          </p:cNvPr>
          <p:cNvSpPr txBox="1"/>
          <p:nvPr/>
        </p:nvSpPr>
        <p:spPr>
          <a:xfrm>
            <a:off x="1917139" y="6012514"/>
            <a:ext cx="458780" cy="384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ALU</a:t>
            </a:r>
          </a:p>
          <a:p>
            <a:pPr algn="ctr"/>
            <a:r>
              <a:rPr lang="en-US" sz="900" dirty="0"/>
              <a:t>CNTL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72D0DCE7-42C6-8F85-8B9C-A00EF9724EBB}"/>
              </a:ext>
            </a:extLst>
          </p:cNvPr>
          <p:cNvCxnSpPr/>
          <p:nvPr/>
        </p:nvCxnSpPr>
        <p:spPr>
          <a:xfrm>
            <a:off x="905315" y="5388092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C458AD97-7803-3315-AF03-8F40DF1BD335}"/>
              </a:ext>
            </a:extLst>
          </p:cNvPr>
          <p:cNvCxnSpPr/>
          <p:nvPr/>
        </p:nvCxnSpPr>
        <p:spPr>
          <a:xfrm>
            <a:off x="2298020" y="6246154"/>
            <a:ext cx="17780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F2F3C86-53F2-D75C-D209-C94C59ADC93E}"/>
              </a:ext>
            </a:extLst>
          </p:cNvPr>
          <p:cNvCxnSpPr>
            <a:cxnSpLocks/>
          </p:cNvCxnSpPr>
          <p:nvPr/>
        </p:nvCxnSpPr>
        <p:spPr>
          <a:xfrm>
            <a:off x="1765164" y="6123892"/>
            <a:ext cx="22987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25DE6B25-B7FD-82FD-51BE-1AB615A6B635}"/>
              </a:ext>
            </a:extLst>
          </p:cNvPr>
          <p:cNvCxnSpPr>
            <a:stCxn id="43" idx="3"/>
          </p:cNvCxnSpPr>
          <p:nvPr/>
        </p:nvCxnSpPr>
        <p:spPr>
          <a:xfrm flipV="1">
            <a:off x="2279154" y="3735756"/>
            <a:ext cx="149721" cy="6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857589EA-2600-0EE7-5D7E-FFA354A03D39}"/>
              </a:ext>
            </a:extLst>
          </p:cNvPr>
          <p:cNvCxnSpPr>
            <a:cxnSpLocks/>
          </p:cNvCxnSpPr>
          <p:nvPr/>
        </p:nvCxnSpPr>
        <p:spPr>
          <a:xfrm>
            <a:off x="905315" y="4205407"/>
            <a:ext cx="0" cy="2417053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95633958-DAF6-D732-2373-3901093A51FA}"/>
              </a:ext>
            </a:extLst>
          </p:cNvPr>
          <p:cNvCxnSpPr>
            <a:cxnSpLocks/>
          </p:cNvCxnSpPr>
          <p:nvPr/>
        </p:nvCxnSpPr>
        <p:spPr>
          <a:xfrm>
            <a:off x="909468" y="4225602"/>
            <a:ext cx="1523560" cy="802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4B6F7810-982D-2B77-AC93-0E1947AF6544}"/>
              </a:ext>
            </a:extLst>
          </p:cNvPr>
          <p:cNvCxnSpPr>
            <a:cxnSpLocks/>
          </p:cNvCxnSpPr>
          <p:nvPr/>
        </p:nvCxnSpPr>
        <p:spPr>
          <a:xfrm>
            <a:off x="2428875" y="3314775"/>
            <a:ext cx="0" cy="918848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F54A266D-F4C6-7070-9203-F459E46AE102}"/>
              </a:ext>
            </a:extLst>
          </p:cNvPr>
          <p:cNvCxnSpPr>
            <a:cxnSpLocks/>
          </p:cNvCxnSpPr>
          <p:nvPr/>
        </p:nvCxnSpPr>
        <p:spPr>
          <a:xfrm>
            <a:off x="1763837" y="5388092"/>
            <a:ext cx="47582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1333EE89-68AF-712F-BEF3-4270A403DD6C}"/>
              </a:ext>
            </a:extLst>
          </p:cNvPr>
          <p:cNvSpPr txBox="1"/>
          <p:nvPr/>
        </p:nvSpPr>
        <p:spPr>
          <a:xfrm>
            <a:off x="3630763" y="3068554"/>
            <a:ext cx="6992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Registers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1AE12B1-7545-1454-6C3C-AB92CE68BA32}"/>
              </a:ext>
            </a:extLst>
          </p:cNvPr>
          <p:cNvSpPr txBox="1"/>
          <p:nvPr/>
        </p:nvSpPr>
        <p:spPr>
          <a:xfrm>
            <a:off x="3480618" y="3294127"/>
            <a:ext cx="34015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rs1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3D30ED51-6ECC-1E79-E116-A0B4491B4CEE}"/>
              </a:ext>
            </a:extLst>
          </p:cNvPr>
          <p:cNvSpPr txBox="1"/>
          <p:nvPr/>
        </p:nvSpPr>
        <p:spPr>
          <a:xfrm>
            <a:off x="3472911" y="3507191"/>
            <a:ext cx="34015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rs2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D272481-4C37-B8F1-EC3A-AFDE741A0241}"/>
              </a:ext>
            </a:extLst>
          </p:cNvPr>
          <p:cNvSpPr txBox="1"/>
          <p:nvPr/>
        </p:nvSpPr>
        <p:spPr>
          <a:xfrm>
            <a:off x="3487232" y="3725539"/>
            <a:ext cx="28725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rd</a:t>
            </a:r>
            <a:endParaRPr lang="en-US" sz="900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7561CD7D-9C78-AF40-DA46-A961D099BBAC}"/>
              </a:ext>
            </a:extLst>
          </p:cNvPr>
          <p:cNvSpPr txBox="1"/>
          <p:nvPr/>
        </p:nvSpPr>
        <p:spPr>
          <a:xfrm>
            <a:off x="3476206" y="3947632"/>
            <a:ext cx="55175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data_in</a:t>
            </a:r>
            <a:endParaRPr lang="en-US" sz="900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B7A2420-3BF4-06F5-C94F-24FA12BE23C4}"/>
              </a:ext>
            </a:extLst>
          </p:cNvPr>
          <p:cNvSpPr txBox="1"/>
          <p:nvPr/>
        </p:nvSpPr>
        <p:spPr>
          <a:xfrm>
            <a:off x="3986471" y="3471617"/>
            <a:ext cx="47481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dout1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B53E35CA-0236-A05F-53D0-1E8A84D64527}"/>
              </a:ext>
            </a:extLst>
          </p:cNvPr>
          <p:cNvSpPr txBox="1"/>
          <p:nvPr/>
        </p:nvSpPr>
        <p:spPr>
          <a:xfrm>
            <a:off x="3979857" y="3734277"/>
            <a:ext cx="47481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dout2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54430F1D-2781-5846-8B40-4AA2EF16F7DF}"/>
              </a:ext>
            </a:extLst>
          </p:cNvPr>
          <p:cNvCxnSpPr>
            <a:cxnSpLocks/>
          </p:cNvCxnSpPr>
          <p:nvPr/>
        </p:nvCxnSpPr>
        <p:spPr>
          <a:xfrm flipV="1">
            <a:off x="4401834" y="3840955"/>
            <a:ext cx="1433720" cy="87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2BF0F484-4DF4-2533-8B03-F090046F1463}"/>
              </a:ext>
            </a:extLst>
          </p:cNvPr>
          <p:cNvCxnSpPr>
            <a:cxnSpLocks/>
          </p:cNvCxnSpPr>
          <p:nvPr/>
        </p:nvCxnSpPr>
        <p:spPr>
          <a:xfrm flipV="1">
            <a:off x="2428875" y="3409543"/>
            <a:ext cx="1108177" cy="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F773D457-1D45-45DC-597B-F39E1DA08775}"/>
              </a:ext>
            </a:extLst>
          </p:cNvPr>
          <p:cNvCxnSpPr>
            <a:cxnSpLocks/>
          </p:cNvCxnSpPr>
          <p:nvPr/>
        </p:nvCxnSpPr>
        <p:spPr>
          <a:xfrm>
            <a:off x="2428875" y="3622607"/>
            <a:ext cx="110163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77B65014-ADFF-C974-2427-EBBA0A442924}"/>
              </a:ext>
            </a:extLst>
          </p:cNvPr>
          <p:cNvCxnSpPr>
            <a:cxnSpLocks/>
          </p:cNvCxnSpPr>
          <p:nvPr/>
        </p:nvCxnSpPr>
        <p:spPr>
          <a:xfrm>
            <a:off x="2428875" y="3840955"/>
            <a:ext cx="1102156" cy="25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4A9A0FA7-729C-BA90-755B-B07A92FEFF53}"/>
              </a:ext>
            </a:extLst>
          </p:cNvPr>
          <p:cNvSpPr txBox="1"/>
          <p:nvPr/>
        </p:nvSpPr>
        <p:spPr>
          <a:xfrm>
            <a:off x="3480618" y="4120669"/>
            <a:ext cx="63991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reg_write</a:t>
            </a:r>
            <a:endParaRPr lang="en-US" sz="900" dirty="0"/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A377C039-2182-654F-6A35-40B8C3B82901}"/>
              </a:ext>
            </a:extLst>
          </p:cNvPr>
          <p:cNvCxnSpPr>
            <a:cxnSpLocks/>
          </p:cNvCxnSpPr>
          <p:nvPr/>
        </p:nvCxnSpPr>
        <p:spPr>
          <a:xfrm>
            <a:off x="3215805" y="4063048"/>
            <a:ext cx="314709" cy="10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ectangle 110">
            <a:extLst>
              <a:ext uri="{FF2B5EF4-FFF2-40B4-BE49-F238E27FC236}">
                <a16:creationId xmlns:a16="http://schemas.microsoft.com/office/drawing/2014/main" id="{76640488-7F74-ACFA-C3D7-F537C70A09BF}"/>
              </a:ext>
            </a:extLst>
          </p:cNvPr>
          <p:cNvSpPr/>
          <p:nvPr/>
        </p:nvSpPr>
        <p:spPr>
          <a:xfrm>
            <a:off x="1086375" y="5986893"/>
            <a:ext cx="678789" cy="2661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1EFE176C-F8AC-D0A4-16C8-9E5D45E76EEA}"/>
              </a:ext>
            </a:extLst>
          </p:cNvPr>
          <p:cNvSpPr txBox="1"/>
          <p:nvPr/>
        </p:nvSpPr>
        <p:spPr>
          <a:xfrm>
            <a:off x="1144694" y="6006780"/>
            <a:ext cx="54373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funct3</a:t>
            </a: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B6E242FA-A035-C849-18B8-46769A45A7CC}"/>
              </a:ext>
            </a:extLst>
          </p:cNvPr>
          <p:cNvCxnSpPr/>
          <p:nvPr/>
        </p:nvCxnSpPr>
        <p:spPr>
          <a:xfrm>
            <a:off x="908567" y="6125116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F072AB9E-03D5-1BB6-662D-CF697E282081}"/>
              </a:ext>
            </a:extLst>
          </p:cNvPr>
          <p:cNvCxnSpPr>
            <a:cxnSpLocks/>
          </p:cNvCxnSpPr>
          <p:nvPr/>
        </p:nvCxnSpPr>
        <p:spPr>
          <a:xfrm>
            <a:off x="1763837" y="6493351"/>
            <a:ext cx="2312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ectangle 114">
            <a:extLst>
              <a:ext uri="{FF2B5EF4-FFF2-40B4-BE49-F238E27FC236}">
                <a16:creationId xmlns:a16="http://schemas.microsoft.com/office/drawing/2014/main" id="{BCBBC265-9F36-86B1-82C4-3FDAB7F4F15B}"/>
              </a:ext>
            </a:extLst>
          </p:cNvPr>
          <p:cNvSpPr/>
          <p:nvPr/>
        </p:nvSpPr>
        <p:spPr>
          <a:xfrm>
            <a:off x="1085048" y="6356352"/>
            <a:ext cx="678789" cy="2661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59FF6F2F-B91C-1D7F-98CB-28D8B2F4EF02}"/>
              </a:ext>
            </a:extLst>
          </p:cNvPr>
          <p:cNvSpPr txBox="1"/>
          <p:nvPr/>
        </p:nvSpPr>
        <p:spPr>
          <a:xfrm>
            <a:off x="1143367" y="6376239"/>
            <a:ext cx="54373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funct7</a:t>
            </a:r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2126D306-46DD-18FB-80A1-6346D00C5885}"/>
              </a:ext>
            </a:extLst>
          </p:cNvPr>
          <p:cNvCxnSpPr/>
          <p:nvPr/>
        </p:nvCxnSpPr>
        <p:spPr>
          <a:xfrm>
            <a:off x="907240" y="6494575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D7619A53-5593-55CA-7ECB-A72DC2C2AB4D}"/>
              </a:ext>
            </a:extLst>
          </p:cNvPr>
          <p:cNvCxnSpPr/>
          <p:nvPr/>
        </p:nvCxnSpPr>
        <p:spPr>
          <a:xfrm flipH="1">
            <a:off x="1946513" y="5323322"/>
            <a:ext cx="77899" cy="1295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E8F9A210-9B95-3371-FB33-95617722EA31}"/>
              </a:ext>
            </a:extLst>
          </p:cNvPr>
          <p:cNvSpPr txBox="1"/>
          <p:nvPr/>
        </p:nvSpPr>
        <p:spPr>
          <a:xfrm>
            <a:off x="1831072" y="5199692"/>
            <a:ext cx="24558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7</a:t>
            </a: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A79F83E5-4EE5-7034-134B-A22F1EA7ED48}"/>
              </a:ext>
            </a:extLst>
          </p:cNvPr>
          <p:cNvSpPr/>
          <p:nvPr/>
        </p:nvSpPr>
        <p:spPr>
          <a:xfrm>
            <a:off x="3949628" y="4792569"/>
            <a:ext cx="865785" cy="4606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231A3BDE-0FB4-6B4D-C6C0-53B6E6178991}"/>
              </a:ext>
            </a:extLst>
          </p:cNvPr>
          <p:cNvSpPr txBox="1"/>
          <p:nvPr/>
        </p:nvSpPr>
        <p:spPr>
          <a:xfrm>
            <a:off x="3898868" y="4761566"/>
            <a:ext cx="9861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Sign Extension</a:t>
            </a:r>
          </a:p>
          <a:p>
            <a:pPr algn="ctr"/>
            <a:endParaRPr lang="en-US" sz="1000" dirty="0"/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18F3F7A3-DBC8-6819-227D-49A14F7C2B32}"/>
              </a:ext>
            </a:extLst>
          </p:cNvPr>
          <p:cNvSpPr txBox="1"/>
          <p:nvPr/>
        </p:nvSpPr>
        <p:spPr>
          <a:xfrm>
            <a:off x="4454667" y="4968860"/>
            <a:ext cx="40748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imm</a:t>
            </a:r>
            <a:endParaRPr lang="en-US" sz="900" dirty="0"/>
          </a:p>
        </p:txBody>
      </p: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8E5AF114-E674-2C84-7A79-4F931C99BC05}"/>
              </a:ext>
            </a:extLst>
          </p:cNvPr>
          <p:cNvCxnSpPr>
            <a:cxnSpLocks/>
          </p:cNvCxnSpPr>
          <p:nvPr/>
        </p:nvCxnSpPr>
        <p:spPr>
          <a:xfrm>
            <a:off x="2782224" y="5123002"/>
            <a:ext cx="116740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Straight Connector 157">
            <a:extLst>
              <a:ext uri="{FF2B5EF4-FFF2-40B4-BE49-F238E27FC236}">
                <a16:creationId xmlns:a16="http://schemas.microsoft.com/office/drawing/2014/main" id="{1691EF3B-B49C-E8C7-89F0-04E2CEA7B43B}"/>
              </a:ext>
            </a:extLst>
          </p:cNvPr>
          <p:cNvCxnSpPr>
            <a:cxnSpLocks/>
          </p:cNvCxnSpPr>
          <p:nvPr/>
        </p:nvCxnSpPr>
        <p:spPr>
          <a:xfrm>
            <a:off x="2782224" y="4120669"/>
            <a:ext cx="0" cy="101475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5752E8FD-FCF1-9D02-67ED-6A11A8F587F0}"/>
              </a:ext>
            </a:extLst>
          </p:cNvPr>
          <p:cNvGrpSpPr/>
          <p:nvPr/>
        </p:nvGrpSpPr>
        <p:grpSpPr>
          <a:xfrm>
            <a:off x="6253592" y="3448149"/>
            <a:ext cx="292770" cy="637674"/>
            <a:chOff x="1074820" y="1507958"/>
            <a:chExt cx="292770" cy="637674"/>
          </a:xfrm>
        </p:grpSpPr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AE6683E5-928D-AB96-A3C8-DEC33C618891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507958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CE4609D8-A94B-A3DB-2632-7D450EB3848B}"/>
                </a:ext>
              </a:extLst>
            </p:cNvPr>
            <p:cNvCxnSpPr>
              <a:cxnSpLocks/>
            </p:cNvCxnSpPr>
            <p:nvPr/>
          </p:nvCxnSpPr>
          <p:spPr>
            <a:xfrm>
              <a:off x="1367590" y="1720516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Straight Connector 164">
              <a:extLst>
                <a:ext uri="{FF2B5EF4-FFF2-40B4-BE49-F238E27FC236}">
                  <a16:creationId xmlns:a16="http://schemas.microsoft.com/office/drawing/2014/main" id="{07AFA4A0-2F6D-9E76-0439-2A01EEA85067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933074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Straight Connector 165">
              <a:extLst>
                <a:ext uri="{FF2B5EF4-FFF2-40B4-BE49-F238E27FC236}">
                  <a16:creationId xmlns:a16="http://schemas.microsoft.com/office/drawing/2014/main" id="{8A4FC6B1-A44C-6281-D85D-C5C51598C5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4821" y="1936227"/>
              <a:ext cx="292769" cy="2094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Straight Connector 166">
              <a:extLst>
                <a:ext uri="{FF2B5EF4-FFF2-40B4-BE49-F238E27FC236}">
                  <a16:creationId xmlns:a16="http://schemas.microsoft.com/office/drawing/2014/main" id="{142B163E-9323-7661-DF34-CB6D4775748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74821" y="1507958"/>
              <a:ext cx="292769" cy="21571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25C970A2-F2EE-D728-1CB9-78DB718BD99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4821" y="1829948"/>
              <a:ext cx="140545" cy="10312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Straight Connector 168">
              <a:extLst>
                <a:ext uri="{FF2B5EF4-FFF2-40B4-BE49-F238E27FC236}">
                  <a16:creationId xmlns:a16="http://schemas.microsoft.com/office/drawing/2014/main" id="{527F439A-417F-3E0B-45D2-E46978701714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0" y="1716505"/>
              <a:ext cx="140545" cy="10713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70" name="Straight Arrow Connector 169">
            <a:extLst>
              <a:ext uri="{FF2B5EF4-FFF2-40B4-BE49-F238E27FC236}">
                <a16:creationId xmlns:a16="http://schemas.microsoft.com/office/drawing/2014/main" id="{214633A4-1B5E-0733-F51C-E4102BBAD162}"/>
              </a:ext>
            </a:extLst>
          </p:cNvPr>
          <p:cNvCxnSpPr/>
          <p:nvPr/>
        </p:nvCxnSpPr>
        <p:spPr>
          <a:xfrm>
            <a:off x="6075784" y="3979544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12A3FC5E-0887-17BA-3438-BBB91A074EC2}"/>
              </a:ext>
            </a:extLst>
          </p:cNvPr>
          <p:cNvCxnSpPr>
            <a:cxnSpLocks/>
          </p:cNvCxnSpPr>
          <p:nvPr/>
        </p:nvCxnSpPr>
        <p:spPr>
          <a:xfrm>
            <a:off x="4401834" y="3571106"/>
            <a:ext cx="14337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64A453BE-6D86-FC77-F0DF-48F06E318EFA}"/>
              </a:ext>
            </a:extLst>
          </p:cNvPr>
          <p:cNvGrpSpPr/>
          <p:nvPr/>
        </p:nvGrpSpPr>
        <p:grpSpPr>
          <a:xfrm>
            <a:off x="5830434" y="3706261"/>
            <a:ext cx="234557" cy="529824"/>
            <a:chOff x="6175096" y="3854324"/>
            <a:chExt cx="144932" cy="375881"/>
          </a:xfrm>
        </p:grpSpPr>
        <p:cxnSp>
          <p:nvCxnSpPr>
            <p:cNvPr id="191" name="Straight Connector 190">
              <a:extLst>
                <a:ext uri="{FF2B5EF4-FFF2-40B4-BE49-F238E27FC236}">
                  <a16:creationId xmlns:a16="http://schemas.microsoft.com/office/drawing/2014/main" id="{674FCEC5-7FFF-CD2B-A09D-CBC92E12F25F}"/>
                </a:ext>
              </a:extLst>
            </p:cNvPr>
            <p:cNvCxnSpPr>
              <a:cxnSpLocks/>
            </p:cNvCxnSpPr>
            <p:nvPr/>
          </p:nvCxnSpPr>
          <p:spPr>
            <a:xfrm>
              <a:off x="6180266" y="3861114"/>
              <a:ext cx="0" cy="36909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F5B7B22C-663B-5298-D166-FAF560E4BB75}"/>
                </a:ext>
              </a:extLst>
            </p:cNvPr>
            <p:cNvCxnSpPr>
              <a:cxnSpLocks/>
            </p:cNvCxnSpPr>
            <p:nvPr/>
          </p:nvCxnSpPr>
          <p:spPr>
            <a:xfrm>
              <a:off x="6320028" y="3936909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Straight Connector 193">
              <a:extLst>
                <a:ext uri="{FF2B5EF4-FFF2-40B4-BE49-F238E27FC236}">
                  <a16:creationId xmlns:a16="http://schemas.microsoft.com/office/drawing/2014/main" id="{6BADDFCE-8A0A-44E6-3F10-0D51A57F6C2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5096" y="4152620"/>
              <a:ext cx="144932" cy="775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Connector 194">
              <a:extLst>
                <a:ext uri="{FF2B5EF4-FFF2-40B4-BE49-F238E27FC236}">
                  <a16:creationId xmlns:a16="http://schemas.microsoft.com/office/drawing/2014/main" id="{948E2AC4-F542-64B0-39E2-25FBBBED0C9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75096" y="3854324"/>
              <a:ext cx="144932" cy="8573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6" name="Straight Arrow Connector 215">
            <a:extLst>
              <a:ext uri="{FF2B5EF4-FFF2-40B4-BE49-F238E27FC236}">
                <a16:creationId xmlns:a16="http://schemas.microsoft.com/office/drawing/2014/main" id="{973E0397-2938-3E11-F4FA-2B7B6C3675A8}"/>
              </a:ext>
            </a:extLst>
          </p:cNvPr>
          <p:cNvCxnSpPr>
            <a:cxnSpLocks/>
          </p:cNvCxnSpPr>
          <p:nvPr/>
        </p:nvCxnSpPr>
        <p:spPr>
          <a:xfrm flipV="1">
            <a:off x="4993221" y="4113878"/>
            <a:ext cx="842333" cy="67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Connector 218">
            <a:extLst>
              <a:ext uri="{FF2B5EF4-FFF2-40B4-BE49-F238E27FC236}">
                <a16:creationId xmlns:a16="http://schemas.microsoft.com/office/drawing/2014/main" id="{D782F3A7-BB22-97E7-61AB-4A4C01CDB198}"/>
              </a:ext>
            </a:extLst>
          </p:cNvPr>
          <p:cNvCxnSpPr/>
          <p:nvPr/>
        </p:nvCxnSpPr>
        <p:spPr>
          <a:xfrm>
            <a:off x="4998123" y="4120669"/>
            <a:ext cx="0" cy="9785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320A29EB-ABD9-7A97-166B-5F32289CDE2A}"/>
              </a:ext>
            </a:extLst>
          </p:cNvPr>
          <p:cNvCxnSpPr/>
          <p:nvPr/>
        </p:nvCxnSpPr>
        <p:spPr>
          <a:xfrm flipH="1">
            <a:off x="4815413" y="5096238"/>
            <a:ext cx="18271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Arrow Connector 226">
            <a:extLst>
              <a:ext uri="{FF2B5EF4-FFF2-40B4-BE49-F238E27FC236}">
                <a16:creationId xmlns:a16="http://schemas.microsoft.com/office/drawing/2014/main" id="{8F48198F-3BEE-7A5F-E755-825029E62CA9}"/>
              </a:ext>
            </a:extLst>
          </p:cNvPr>
          <p:cNvCxnSpPr/>
          <p:nvPr/>
        </p:nvCxnSpPr>
        <p:spPr>
          <a:xfrm flipV="1">
            <a:off x="5947713" y="4178464"/>
            <a:ext cx="0" cy="1730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Arrow Connector 228">
            <a:extLst>
              <a:ext uri="{FF2B5EF4-FFF2-40B4-BE49-F238E27FC236}">
                <a16:creationId xmlns:a16="http://schemas.microsoft.com/office/drawing/2014/main" id="{6848B782-ACF8-E9A2-8354-F25270D6A5C1}"/>
              </a:ext>
            </a:extLst>
          </p:cNvPr>
          <p:cNvCxnSpPr/>
          <p:nvPr/>
        </p:nvCxnSpPr>
        <p:spPr>
          <a:xfrm flipV="1">
            <a:off x="6410421" y="3965109"/>
            <a:ext cx="0" cy="33295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0" name="Rectangle 229">
            <a:extLst>
              <a:ext uri="{FF2B5EF4-FFF2-40B4-BE49-F238E27FC236}">
                <a16:creationId xmlns:a16="http://schemas.microsoft.com/office/drawing/2014/main" id="{3AF2B9FF-2C7F-338A-78BA-57A97CD3837D}"/>
              </a:ext>
            </a:extLst>
          </p:cNvPr>
          <p:cNvSpPr/>
          <p:nvPr/>
        </p:nvSpPr>
        <p:spPr>
          <a:xfrm>
            <a:off x="8275527" y="2482125"/>
            <a:ext cx="865785" cy="82181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79148410-A97A-F2FF-1C77-6873D577E23E}"/>
              </a:ext>
            </a:extLst>
          </p:cNvPr>
          <p:cNvSpPr txBox="1"/>
          <p:nvPr/>
        </p:nvSpPr>
        <p:spPr>
          <a:xfrm>
            <a:off x="8257042" y="2459860"/>
            <a:ext cx="92685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Data Memory</a:t>
            </a:r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25E57BF1-21EE-8E4A-10F6-78E31B205327}"/>
              </a:ext>
            </a:extLst>
          </p:cNvPr>
          <p:cNvSpPr txBox="1"/>
          <p:nvPr/>
        </p:nvSpPr>
        <p:spPr>
          <a:xfrm>
            <a:off x="8216828" y="2681168"/>
            <a:ext cx="55175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data_in</a:t>
            </a:r>
            <a:endParaRPr lang="en-US" sz="900" dirty="0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94F78C3D-D478-DE43-4F03-E7114516D4BA}"/>
              </a:ext>
            </a:extLst>
          </p:cNvPr>
          <p:cNvSpPr txBox="1"/>
          <p:nvPr/>
        </p:nvSpPr>
        <p:spPr>
          <a:xfrm>
            <a:off x="8802794" y="2662872"/>
            <a:ext cx="41389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dout</a:t>
            </a:r>
            <a:endParaRPr lang="en-US" sz="900" dirty="0"/>
          </a:p>
        </p:txBody>
      </p:sp>
      <p:cxnSp>
        <p:nvCxnSpPr>
          <p:cNvPr id="238" name="Straight Arrow Connector 237">
            <a:extLst>
              <a:ext uri="{FF2B5EF4-FFF2-40B4-BE49-F238E27FC236}">
                <a16:creationId xmlns:a16="http://schemas.microsoft.com/office/drawing/2014/main" id="{973B1BAA-D410-B540-5205-2CE3EA9D646F}"/>
              </a:ext>
            </a:extLst>
          </p:cNvPr>
          <p:cNvCxnSpPr>
            <a:cxnSpLocks/>
          </p:cNvCxnSpPr>
          <p:nvPr/>
        </p:nvCxnSpPr>
        <p:spPr>
          <a:xfrm>
            <a:off x="5029828" y="2810946"/>
            <a:ext cx="323973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TextBox 238">
            <a:extLst>
              <a:ext uri="{FF2B5EF4-FFF2-40B4-BE49-F238E27FC236}">
                <a16:creationId xmlns:a16="http://schemas.microsoft.com/office/drawing/2014/main" id="{9B269FA4-5D6A-5E60-3C24-F06556105623}"/>
              </a:ext>
            </a:extLst>
          </p:cNvPr>
          <p:cNvSpPr txBox="1"/>
          <p:nvPr/>
        </p:nvSpPr>
        <p:spPr>
          <a:xfrm>
            <a:off x="8223884" y="2930053"/>
            <a:ext cx="59182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Address</a:t>
            </a:r>
          </a:p>
        </p:txBody>
      </p:sp>
      <p:cxnSp>
        <p:nvCxnSpPr>
          <p:cNvPr id="240" name="Straight Arrow Connector 239">
            <a:extLst>
              <a:ext uri="{FF2B5EF4-FFF2-40B4-BE49-F238E27FC236}">
                <a16:creationId xmlns:a16="http://schemas.microsoft.com/office/drawing/2014/main" id="{32C8C4D0-BC6B-C139-3FF5-F9792E04E4A1}"/>
              </a:ext>
            </a:extLst>
          </p:cNvPr>
          <p:cNvCxnSpPr>
            <a:cxnSpLocks/>
          </p:cNvCxnSpPr>
          <p:nvPr/>
        </p:nvCxnSpPr>
        <p:spPr>
          <a:xfrm>
            <a:off x="6794616" y="3040681"/>
            <a:ext cx="147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Straight Arrow Connector 242">
            <a:extLst>
              <a:ext uri="{FF2B5EF4-FFF2-40B4-BE49-F238E27FC236}">
                <a16:creationId xmlns:a16="http://schemas.microsoft.com/office/drawing/2014/main" id="{91165BCE-D4C3-69AB-C161-0AAA710C6CB4}"/>
              </a:ext>
            </a:extLst>
          </p:cNvPr>
          <p:cNvCxnSpPr/>
          <p:nvPr/>
        </p:nvCxnSpPr>
        <p:spPr>
          <a:xfrm flipV="1">
            <a:off x="8516166" y="3303944"/>
            <a:ext cx="0" cy="16767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Straight Connector 256">
            <a:extLst>
              <a:ext uri="{FF2B5EF4-FFF2-40B4-BE49-F238E27FC236}">
                <a16:creationId xmlns:a16="http://schemas.microsoft.com/office/drawing/2014/main" id="{3C457D5C-9212-E0FE-91EE-284C0BA5FE52}"/>
              </a:ext>
            </a:extLst>
          </p:cNvPr>
          <p:cNvCxnSpPr/>
          <p:nvPr/>
        </p:nvCxnSpPr>
        <p:spPr>
          <a:xfrm flipH="1">
            <a:off x="2428875" y="4120669"/>
            <a:ext cx="35334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TextBox 257">
            <a:extLst>
              <a:ext uri="{FF2B5EF4-FFF2-40B4-BE49-F238E27FC236}">
                <a16:creationId xmlns:a16="http://schemas.microsoft.com/office/drawing/2014/main" id="{921958C4-4752-F09F-ADEA-BCC0D47C8983}"/>
              </a:ext>
            </a:extLst>
          </p:cNvPr>
          <p:cNvSpPr txBox="1"/>
          <p:nvPr/>
        </p:nvSpPr>
        <p:spPr>
          <a:xfrm>
            <a:off x="3892328" y="5007586"/>
            <a:ext cx="40748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instr</a:t>
            </a:r>
            <a:endParaRPr lang="en-US" sz="9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3AE7D782-2F59-C6D9-A9D7-B38E1A913155}"/>
              </a:ext>
            </a:extLst>
          </p:cNvPr>
          <p:cNvSpPr txBox="1"/>
          <p:nvPr/>
        </p:nvSpPr>
        <p:spPr>
          <a:xfrm>
            <a:off x="8373014" y="3114241"/>
            <a:ext cx="28725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rd</a:t>
            </a:r>
            <a:endParaRPr lang="en-US" sz="900" dirty="0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378ECE18-76A6-8223-40C0-E1A4CF744BE9}"/>
              </a:ext>
            </a:extLst>
          </p:cNvPr>
          <p:cNvSpPr txBox="1"/>
          <p:nvPr/>
        </p:nvSpPr>
        <p:spPr>
          <a:xfrm>
            <a:off x="8708420" y="3110771"/>
            <a:ext cx="30649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wr</a:t>
            </a:r>
            <a:endParaRPr lang="en-US" sz="900" dirty="0"/>
          </a:p>
        </p:txBody>
      </p:sp>
      <p:cxnSp>
        <p:nvCxnSpPr>
          <p:cNvPr id="286" name="Straight Connector 285">
            <a:extLst>
              <a:ext uri="{FF2B5EF4-FFF2-40B4-BE49-F238E27FC236}">
                <a16:creationId xmlns:a16="http://schemas.microsoft.com/office/drawing/2014/main" id="{B760AF97-E733-241D-903A-11456E3E2363}"/>
              </a:ext>
            </a:extLst>
          </p:cNvPr>
          <p:cNvCxnSpPr>
            <a:cxnSpLocks/>
          </p:cNvCxnSpPr>
          <p:nvPr/>
        </p:nvCxnSpPr>
        <p:spPr>
          <a:xfrm flipH="1">
            <a:off x="369634" y="832083"/>
            <a:ext cx="188498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Straight Connector 287">
            <a:extLst>
              <a:ext uri="{FF2B5EF4-FFF2-40B4-BE49-F238E27FC236}">
                <a16:creationId xmlns:a16="http://schemas.microsoft.com/office/drawing/2014/main" id="{FBC20363-C806-EF5C-EF5B-FA8F14D0B2F9}"/>
              </a:ext>
            </a:extLst>
          </p:cNvPr>
          <p:cNvCxnSpPr>
            <a:cxnSpLocks/>
          </p:cNvCxnSpPr>
          <p:nvPr/>
        </p:nvCxnSpPr>
        <p:spPr>
          <a:xfrm flipV="1">
            <a:off x="354682" y="838703"/>
            <a:ext cx="0" cy="27324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A0F94C90-2CFA-6FB0-6CDA-6336E014070E}"/>
              </a:ext>
            </a:extLst>
          </p:cNvPr>
          <p:cNvCxnSpPr/>
          <p:nvPr/>
        </p:nvCxnSpPr>
        <p:spPr>
          <a:xfrm flipV="1">
            <a:off x="5029828" y="2788889"/>
            <a:ext cx="0" cy="105206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767B8A25-A48B-7850-EE9E-21374996DACF}"/>
              </a:ext>
            </a:extLst>
          </p:cNvPr>
          <p:cNvCxnSpPr>
            <a:cxnSpLocks/>
          </p:cNvCxnSpPr>
          <p:nvPr/>
        </p:nvCxnSpPr>
        <p:spPr>
          <a:xfrm>
            <a:off x="6535195" y="3769045"/>
            <a:ext cx="25942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Straight Connector 302">
            <a:extLst>
              <a:ext uri="{FF2B5EF4-FFF2-40B4-BE49-F238E27FC236}">
                <a16:creationId xmlns:a16="http://schemas.microsoft.com/office/drawing/2014/main" id="{CFAE5DC6-8CF9-2673-71C9-AFA4E7997F1B}"/>
              </a:ext>
            </a:extLst>
          </p:cNvPr>
          <p:cNvCxnSpPr>
            <a:cxnSpLocks/>
          </p:cNvCxnSpPr>
          <p:nvPr/>
        </p:nvCxnSpPr>
        <p:spPr>
          <a:xfrm flipV="1">
            <a:off x="6794616" y="2616997"/>
            <a:ext cx="0" cy="12239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Straight Arrow Connector 303">
            <a:extLst>
              <a:ext uri="{FF2B5EF4-FFF2-40B4-BE49-F238E27FC236}">
                <a16:creationId xmlns:a16="http://schemas.microsoft.com/office/drawing/2014/main" id="{2EC15423-B005-0183-7A9F-B576E62BCAAB}"/>
              </a:ext>
            </a:extLst>
          </p:cNvPr>
          <p:cNvCxnSpPr>
            <a:cxnSpLocks/>
          </p:cNvCxnSpPr>
          <p:nvPr/>
        </p:nvCxnSpPr>
        <p:spPr>
          <a:xfrm>
            <a:off x="6794616" y="3840955"/>
            <a:ext cx="406931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06" name="Group 305">
            <a:extLst>
              <a:ext uri="{FF2B5EF4-FFF2-40B4-BE49-F238E27FC236}">
                <a16:creationId xmlns:a16="http://schemas.microsoft.com/office/drawing/2014/main" id="{3014E321-5714-0DA0-BD84-AEA9AAE788C3}"/>
              </a:ext>
            </a:extLst>
          </p:cNvPr>
          <p:cNvGrpSpPr/>
          <p:nvPr/>
        </p:nvGrpSpPr>
        <p:grpSpPr>
          <a:xfrm>
            <a:off x="10859200" y="3267132"/>
            <a:ext cx="234557" cy="870633"/>
            <a:chOff x="6175096" y="3854324"/>
            <a:chExt cx="144932" cy="375881"/>
          </a:xfrm>
        </p:grpSpPr>
        <p:cxnSp>
          <p:nvCxnSpPr>
            <p:cNvPr id="307" name="Straight Connector 306">
              <a:extLst>
                <a:ext uri="{FF2B5EF4-FFF2-40B4-BE49-F238E27FC236}">
                  <a16:creationId xmlns:a16="http://schemas.microsoft.com/office/drawing/2014/main" id="{CC6483C4-28AE-F10B-774F-31BBB4098B87}"/>
                </a:ext>
              </a:extLst>
            </p:cNvPr>
            <p:cNvCxnSpPr>
              <a:cxnSpLocks/>
            </p:cNvCxnSpPr>
            <p:nvPr/>
          </p:nvCxnSpPr>
          <p:spPr>
            <a:xfrm>
              <a:off x="6180266" y="3861114"/>
              <a:ext cx="0" cy="36909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Straight Connector 307">
              <a:extLst>
                <a:ext uri="{FF2B5EF4-FFF2-40B4-BE49-F238E27FC236}">
                  <a16:creationId xmlns:a16="http://schemas.microsoft.com/office/drawing/2014/main" id="{C51292B0-B5C4-AACF-9093-36C8D152D461}"/>
                </a:ext>
              </a:extLst>
            </p:cNvPr>
            <p:cNvCxnSpPr>
              <a:cxnSpLocks/>
            </p:cNvCxnSpPr>
            <p:nvPr/>
          </p:nvCxnSpPr>
          <p:spPr>
            <a:xfrm>
              <a:off x="6320028" y="3936909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Straight Connector 308">
              <a:extLst>
                <a:ext uri="{FF2B5EF4-FFF2-40B4-BE49-F238E27FC236}">
                  <a16:creationId xmlns:a16="http://schemas.microsoft.com/office/drawing/2014/main" id="{E6CB2562-95CA-9D1A-979B-D7EFA56D84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5096" y="4152620"/>
              <a:ext cx="144932" cy="775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Straight Connector 309">
              <a:extLst>
                <a:ext uri="{FF2B5EF4-FFF2-40B4-BE49-F238E27FC236}">
                  <a16:creationId xmlns:a16="http://schemas.microsoft.com/office/drawing/2014/main" id="{F88B1EEE-37B0-409C-F5C6-42593C03E53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75096" y="3854324"/>
              <a:ext cx="144932" cy="8573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11" name="Straight Arrow Connector 310">
            <a:extLst>
              <a:ext uri="{FF2B5EF4-FFF2-40B4-BE49-F238E27FC236}">
                <a16:creationId xmlns:a16="http://schemas.microsoft.com/office/drawing/2014/main" id="{07D9C989-9107-8E5B-7046-08BC10C20273}"/>
              </a:ext>
            </a:extLst>
          </p:cNvPr>
          <p:cNvCxnSpPr>
            <a:cxnSpLocks/>
          </p:cNvCxnSpPr>
          <p:nvPr/>
        </p:nvCxnSpPr>
        <p:spPr>
          <a:xfrm>
            <a:off x="9337877" y="3613287"/>
            <a:ext cx="1519197" cy="114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Arrow Connector 312">
            <a:extLst>
              <a:ext uri="{FF2B5EF4-FFF2-40B4-BE49-F238E27FC236}">
                <a16:creationId xmlns:a16="http://schemas.microsoft.com/office/drawing/2014/main" id="{12A8EFA3-E029-7A54-9279-672AB9B9FD22}"/>
              </a:ext>
            </a:extLst>
          </p:cNvPr>
          <p:cNvCxnSpPr>
            <a:cxnSpLocks/>
          </p:cNvCxnSpPr>
          <p:nvPr/>
        </p:nvCxnSpPr>
        <p:spPr>
          <a:xfrm flipV="1">
            <a:off x="10767189" y="3425360"/>
            <a:ext cx="100338" cy="2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4" name="TextBox 313">
            <a:extLst>
              <a:ext uri="{FF2B5EF4-FFF2-40B4-BE49-F238E27FC236}">
                <a16:creationId xmlns:a16="http://schemas.microsoft.com/office/drawing/2014/main" id="{94EC9EEB-C174-2FF6-451C-065B8E648DDA}"/>
              </a:ext>
            </a:extLst>
          </p:cNvPr>
          <p:cNvSpPr txBox="1"/>
          <p:nvPr/>
        </p:nvSpPr>
        <p:spPr>
          <a:xfrm>
            <a:off x="10060097" y="3306999"/>
            <a:ext cx="77777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900" dirty="0"/>
              <a:t>”10000000”</a:t>
            </a:r>
          </a:p>
        </p:txBody>
      </p:sp>
      <p:cxnSp>
        <p:nvCxnSpPr>
          <p:cNvPr id="316" name="Straight Connector 315">
            <a:extLst>
              <a:ext uri="{FF2B5EF4-FFF2-40B4-BE49-F238E27FC236}">
                <a16:creationId xmlns:a16="http://schemas.microsoft.com/office/drawing/2014/main" id="{C669DA14-8A4A-8AE5-A36A-3E399FDEE2B1}"/>
              </a:ext>
            </a:extLst>
          </p:cNvPr>
          <p:cNvCxnSpPr>
            <a:cxnSpLocks/>
          </p:cNvCxnSpPr>
          <p:nvPr/>
        </p:nvCxnSpPr>
        <p:spPr>
          <a:xfrm>
            <a:off x="11094733" y="3714968"/>
            <a:ext cx="13618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Connector 321">
            <a:extLst>
              <a:ext uri="{FF2B5EF4-FFF2-40B4-BE49-F238E27FC236}">
                <a16:creationId xmlns:a16="http://schemas.microsoft.com/office/drawing/2014/main" id="{F580A49F-8130-DF36-2C61-65CEF9F171E8}"/>
              </a:ext>
            </a:extLst>
          </p:cNvPr>
          <p:cNvCxnSpPr>
            <a:cxnSpLocks/>
          </p:cNvCxnSpPr>
          <p:nvPr/>
        </p:nvCxnSpPr>
        <p:spPr>
          <a:xfrm flipV="1">
            <a:off x="9345163" y="2405503"/>
            <a:ext cx="0" cy="12077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325">
            <a:extLst>
              <a:ext uri="{FF2B5EF4-FFF2-40B4-BE49-F238E27FC236}">
                <a16:creationId xmlns:a16="http://schemas.microsoft.com/office/drawing/2014/main" id="{0237BD76-677C-61E9-5FF6-4634556047E6}"/>
              </a:ext>
            </a:extLst>
          </p:cNvPr>
          <p:cNvCxnSpPr>
            <a:cxnSpLocks/>
          </p:cNvCxnSpPr>
          <p:nvPr/>
        </p:nvCxnSpPr>
        <p:spPr>
          <a:xfrm flipH="1">
            <a:off x="9157343" y="2778288"/>
            <a:ext cx="19525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Straight Connector 330">
            <a:extLst>
              <a:ext uri="{FF2B5EF4-FFF2-40B4-BE49-F238E27FC236}">
                <a16:creationId xmlns:a16="http://schemas.microsoft.com/office/drawing/2014/main" id="{FB2ED79D-5D1E-998C-0587-601F1B3D6394}"/>
              </a:ext>
            </a:extLst>
          </p:cNvPr>
          <p:cNvCxnSpPr>
            <a:cxnSpLocks/>
          </p:cNvCxnSpPr>
          <p:nvPr/>
        </p:nvCxnSpPr>
        <p:spPr>
          <a:xfrm>
            <a:off x="11227543" y="1139190"/>
            <a:ext cx="0" cy="259508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Straight Connector 337">
            <a:extLst>
              <a:ext uri="{FF2B5EF4-FFF2-40B4-BE49-F238E27FC236}">
                <a16:creationId xmlns:a16="http://schemas.microsoft.com/office/drawing/2014/main" id="{10BF8DC2-0A04-BAF9-3B3C-69E04DB1B680}"/>
              </a:ext>
            </a:extLst>
          </p:cNvPr>
          <p:cNvCxnSpPr/>
          <p:nvPr/>
        </p:nvCxnSpPr>
        <p:spPr>
          <a:xfrm flipH="1">
            <a:off x="3215805" y="1127709"/>
            <a:ext cx="802534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Connector 340">
            <a:extLst>
              <a:ext uri="{FF2B5EF4-FFF2-40B4-BE49-F238E27FC236}">
                <a16:creationId xmlns:a16="http://schemas.microsoft.com/office/drawing/2014/main" id="{46BF1B11-30E4-C250-7482-8150CD3EBE33}"/>
              </a:ext>
            </a:extLst>
          </p:cNvPr>
          <p:cNvCxnSpPr>
            <a:cxnSpLocks/>
          </p:cNvCxnSpPr>
          <p:nvPr/>
        </p:nvCxnSpPr>
        <p:spPr>
          <a:xfrm flipV="1">
            <a:off x="3215805" y="1127760"/>
            <a:ext cx="0" cy="29352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Straight Arrow Connector 341">
            <a:extLst>
              <a:ext uri="{FF2B5EF4-FFF2-40B4-BE49-F238E27FC236}">
                <a16:creationId xmlns:a16="http://schemas.microsoft.com/office/drawing/2014/main" id="{C76199D9-440A-9194-BCF0-9A2E6EDE070C}"/>
              </a:ext>
            </a:extLst>
          </p:cNvPr>
          <p:cNvCxnSpPr/>
          <p:nvPr/>
        </p:nvCxnSpPr>
        <p:spPr>
          <a:xfrm>
            <a:off x="2299683" y="2778288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3" name="TextBox 342">
            <a:extLst>
              <a:ext uri="{FF2B5EF4-FFF2-40B4-BE49-F238E27FC236}">
                <a16:creationId xmlns:a16="http://schemas.microsoft.com/office/drawing/2014/main" id="{8D054836-2157-3BAC-A7D8-5291EF62197A}"/>
              </a:ext>
            </a:extLst>
          </p:cNvPr>
          <p:cNvSpPr txBox="1"/>
          <p:nvPr/>
        </p:nvSpPr>
        <p:spPr>
          <a:xfrm>
            <a:off x="6208561" y="3286511"/>
            <a:ext cx="41069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ALU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AB6AF60-D791-21FB-8A86-0D04258DAA85}"/>
              </a:ext>
            </a:extLst>
          </p:cNvPr>
          <p:cNvSpPr/>
          <p:nvPr/>
        </p:nvSpPr>
        <p:spPr>
          <a:xfrm>
            <a:off x="5446395" y="1862975"/>
            <a:ext cx="107644" cy="346034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3EB474B-DE86-EFAF-1F7B-17DC4F663F21}"/>
              </a:ext>
            </a:extLst>
          </p:cNvPr>
          <p:cNvSpPr/>
          <p:nvPr/>
        </p:nvSpPr>
        <p:spPr>
          <a:xfrm>
            <a:off x="7475099" y="1862975"/>
            <a:ext cx="124516" cy="461175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7ADE79B-19DD-529A-5879-5E22D4125189}"/>
              </a:ext>
            </a:extLst>
          </p:cNvPr>
          <p:cNvSpPr/>
          <p:nvPr/>
        </p:nvSpPr>
        <p:spPr>
          <a:xfrm>
            <a:off x="10007220" y="1862975"/>
            <a:ext cx="124516" cy="461175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A85F51-CDCF-DFC4-A78B-5B79381B7901}"/>
              </a:ext>
            </a:extLst>
          </p:cNvPr>
          <p:cNvSpPr txBox="1"/>
          <p:nvPr/>
        </p:nvSpPr>
        <p:spPr>
          <a:xfrm>
            <a:off x="2391725" y="1595367"/>
            <a:ext cx="5212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IF_ID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208595C-A8B4-EC1A-CEC5-C3F6C12A297B}"/>
              </a:ext>
            </a:extLst>
          </p:cNvPr>
          <p:cNvSpPr txBox="1"/>
          <p:nvPr/>
        </p:nvSpPr>
        <p:spPr>
          <a:xfrm>
            <a:off x="5233848" y="1616519"/>
            <a:ext cx="5709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ID_EX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944A068-9364-EA34-27D3-B5352516ABEB}"/>
              </a:ext>
            </a:extLst>
          </p:cNvPr>
          <p:cNvSpPr txBox="1"/>
          <p:nvPr/>
        </p:nvSpPr>
        <p:spPr>
          <a:xfrm>
            <a:off x="7161597" y="1609434"/>
            <a:ext cx="7537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EX_MEM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976CC08-2328-4CAE-36E1-B6668E8E0A0B}"/>
              </a:ext>
            </a:extLst>
          </p:cNvPr>
          <p:cNvSpPr txBox="1"/>
          <p:nvPr/>
        </p:nvSpPr>
        <p:spPr>
          <a:xfrm>
            <a:off x="9669913" y="1599530"/>
            <a:ext cx="8146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MEM_WB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8009FE0-7787-A3EB-6282-7D22C75D2C48}"/>
              </a:ext>
            </a:extLst>
          </p:cNvPr>
          <p:cNvSpPr/>
          <p:nvPr/>
        </p:nvSpPr>
        <p:spPr>
          <a:xfrm>
            <a:off x="2601370" y="1852437"/>
            <a:ext cx="142681" cy="36004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BC59A37-4C55-8753-29C9-9D435BAD749A}"/>
              </a:ext>
            </a:extLst>
          </p:cNvPr>
          <p:cNvCxnSpPr>
            <a:cxnSpLocks/>
          </p:cNvCxnSpPr>
          <p:nvPr/>
        </p:nvCxnSpPr>
        <p:spPr>
          <a:xfrm>
            <a:off x="6907069" y="5094338"/>
            <a:ext cx="22987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9DC00663-BEA1-F516-A24E-D1358A5FA8D3}"/>
              </a:ext>
            </a:extLst>
          </p:cNvPr>
          <p:cNvSpPr/>
          <p:nvPr/>
        </p:nvSpPr>
        <p:spPr>
          <a:xfrm>
            <a:off x="6228280" y="4957339"/>
            <a:ext cx="678789" cy="48470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174F677-2B47-463D-4071-9231A2EAA9DF}"/>
              </a:ext>
            </a:extLst>
          </p:cNvPr>
          <p:cNvSpPr txBox="1"/>
          <p:nvPr/>
        </p:nvSpPr>
        <p:spPr>
          <a:xfrm>
            <a:off x="6236908" y="4977226"/>
            <a:ext cx="6431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Forward</a:t>
            </a:r>
          </a:p>
          <a:p>
            <a:pPr algn="ctr"/>
            <a:r>
              <a:rPr lang="en-US" sz="1000" dirty="0"/>
              <a:t>Unit</a:t>
            </a: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03324C20-C3D1-9AAB-5C0D-C6C15BD835FE}"/>
              </a:ext>
            </a:extLst>
          </p:cNvPr>
          <p:cNvCxnSpPr>
            <a:cxnSpLocks/>
          </p:cNvCxnSpPr>
          <p:nvPr/>
        </p:nvCxnSpPr>
        <p:spPr>
          <a:xfrm>
            <a:off x="5567516" y="5027975"/>
            <a:ext cx="6693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35DADF49-4B1B-AC71-8C36-C35004BEE094}"/>
              </a:ext>
            </a:extLst>
          </p:cNvPr>
          <p:cNvCxnSpPr>
            <a:cxnSpLocks/>
          </p:cNvCxnSpPr>
          <p:nvPr/>
        </p:nvCxnSpPr>
        <p:spPr>
          <a:xfrm>
            <a:off x="5901832" y="5193796"/>
            <a:ext cx="33507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3C0FD334-761D-D912-1D21-08670E1D2E8A}"/>
              </a:ext>
            </a:extLst>
          </p:cNvPr>
          <p:cNvCxnSpPr>
            <a:cxnSpLocks/>
          </p:cNvCxnSpPr>
          <p:nvPr/>
        </p:nvCxnSpPr>
        <p:spPr>
          <a:xfrm>
            <a:off x="2752997" y="5350205"/>
            <a:ext cx="348121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821208F8-3FE0-AC1B-C80E-FD20D78B59DE}"/>
              </a:ext>
            </a:extLst>
          </p:cNvPr>
          <p:cNvCxnSpPr>
            <a:cxnSpLocks/>
          </p:cNvCxnSpPr>
          <p:nvPr/>
        </p:nvCxnSpPr>
        <p:spPr>
          <a:xfrm>
            <a:off x="5885190" y="4761566"/>
            <a:ext cx="412176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780D872F-1646-C8B4-3D28-A065AE10E52A}"/>
              </a:ext>
            </a:extLst>
          </p:cNvPr>
          <p:cNvCxnSpPr>
            <a:cxnSpLocks/>
          </p:cNvCxnSpPr>
          <p:nvPr/>
        </p:nvCxnSpPr>
        <p:spPr>
          <a:xfrm>
            <a:off x="5902908" y="4762568"/>
            <a:ext cx="0" cy="43712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11C911C3-06B1-BA27-0E72-8513B7FA953C}"/>
              </a:ext>
            </a:extLst>
          </p:cNvPr>
          <p:cNvGrpSpPr/>
          <p:nvPr/>
        </p:nvGrpSpPr>
        <p:grpSpPr>
          <a:xfrm>
            <a:off x="5830434" y="2831816"/>
            <a:ext cx="234557" cy="870633"/>
            <a:chOff x="6175096" y="3854324"/>
            <a:chExt cx="144932" cy="375881"/>
          </a:xfrm>
        </p:grpSpPr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5E9EAA92-B7C4-DD4B-50B7-50393C26597E}"/>
                </a:ext>
              </a:extLst>
            </p:cNvPr>
            <p:cNvCxnSpPr>
              <a:cxnSpLocks/>
            </p:cNvCxnSpPr>
            <p:nvPr/>
          </p:nvCxnSpPr>
          <p:spPr>
            <a:xfrm>
              <a:off x="6180266" y="3861114"/>
              <a:ext cx="0" cy="36909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F9A305E6-83B9-53CB-E1E6-ED7E1376DC87}"/>
                </a:ext>
              </a:extLst>
            </p:cNvPr>
            <p:cNvCxnSpPr>
              <a:cxnSpLocks/>
            </p:cNvCxnSpPr>
            <p:nvPr/>
          </p:nvCxnSpPr>
          <p:spPr>
            <a:xfrm>
              <a:off x="6320028" y="3936909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020A6F3B-4AFC-D39D-EB32-07F264CE6C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5096" y="4152620"/>
              <a:ext cx="144932" cy="775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4A1E492F-FDFD-873C-401A-ED664BFB161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75096" y="3854324"/>
              <a:ext cx="144932" cy="8573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B4CB413E-FC95-91DD-71A9-E415E9DA0C6F}"/>
              </a:ext>
            </a:extLst>
          </p:cNvPr>
          <p:cNvCxnSpPr>
            <a:cxnSpLocks/>
          </p:cNvCxnSpPr>
          <p:nvPr/>
        </p:nvCxnSpPr>
        <p:spPr>
          <a:xfrm>
            <a:off x="5621061" y="3189385"/>
            <a:ext cx="20724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37C14550-6462-0A41-3B27-18A6907D7904}"/>
              </a:ext>
            </a:extLst>
          </p:cNvPr>
          <p:cNvCxnSpPr>
            <a:cxnSpLocks/>
          </p:cNvCxnSpPr>
          <p:nvPr/>
        </p:nvCxnSpPr>
        <p:spPr>
          <a:xfrm>
            <a:off x="5947713" y="2194560"/>
            <a:ext cx="0" cy="73251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62EF4D9E-D764-5247-28FB-BAE945716B98}"/>
              </a:ext>
            </a:extLst>
          </p:cNvPr>
          <p:cNvCxnSpPr>
            <a:cxnSpLocks/>
          </p:cNvCxnSpPr>
          <p:nvPr/>
        </p:nvCxnSpPr>
        <p:spPr>
          <a:xfrm>
            <a:off x="6069777" y="3294127"/>
            <a:ext cx="8908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5DF69978-CC37-5610-DC69-A84154C64107}"/>
              </a:ext>
            </a:extLst>
          </p:cNvPr>
          <p:cNvCxnSpPr>
            <a:cxnSpLocks/>
          </p:cNvCxnSpPr>
          <p:nvPr/>
        </p:nvCxnSpPr>
        <p:spPr>
          <a:xfrm flipV="1">
            <a:off x="5734007" y="2991130"/>
            <a:ext cx="100338" cy="2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4F69D383-57D0-7010-D975-FB7C130FA504}"/>
              </a:ext>
            </a:extLst>
          </p:cNvPr>
          <p:cNvCxnSpPr>
            <a:cxnSpLocks/>
          </p:cNvCxnSpPr>
          <p:nvPr/>
        </p:nvCxnSpPr>
        <p:spPr>
          <a:xfrm flipV="1">
            <a:off x="6157677" y="3571106"/>
            <a:ext cx="100338" cy="2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82BA7206-C813-3D1D-EF15-085AE42D06BA}"/>
              </a:ext>
            </a:extLst>
          </p:cNvPr>
          <p:cNvCxnSpPr>
            <a:cxnSpLocks/>
          </p:cNvCxnSpPr>
          <p:nvPr/>
        </p:nvCxnSpPr>
        <p:spPr>
          <a:xfrm flipV="1">
            <a:off x="6151245" y="3294127"/>
            <a:ext cx="0" cy="27697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72E4A58B-D113-DF30-6FDE-AF16B5A0FA9E}"/>
              </a:ext>
            </a:extLst>
          </p:cNvPr>
          <p:cNvCxnSpPr>
            <a:cxnSpLocks/>
          </p:cNvCxnSpPr>
          <p:nvPr/>
        </p:nvCxnSpPr>
        <p:spPr>
          <a:xfrm flipV="1">
            <a:off x="5736920" y="3391695"/>
            <a:ext cx="100338" cy="2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TextBox 156">
            <a:extLst>
              <a:ext uri="{FF2B5EF4-FFF2-40B4-BE49-F238E27FC236}">
                <a16:creationId xmlns:a16="http://schemas.microsoft.com/office/drawing/2014/main" id="{F7769E95-3C9A-A1D0-7BAA-ED25D87EE1E8}"/>
              </a:ext>
            </a:extLst>
          </p:cNvPr>
          <p:cNvSpPr txBox="1"/>
          <p:nvPr/>
        </p:nvSpPr>
        <p:spPr>
          <a:xfrm>
            <a:off x="5029828" y="3273334"/>
            <a:ext cx="77777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900" dirty="0"/>
              <a:t>”10000000”</a:t>
            </a:r>
          </a:p>
        </p:txBody>
      </p: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BF847ED-3744-0969-7E11-0755B86A5CDF}"/>
              </a:ext>
            </a:extLst>
          </p:cNvPr>
          <p:cNvCxnSpPr/>
          <p:nvPr/>
        </p:nvCxnSpPr>
        <p:spPr>
          <a:xfrm flipH="1">
            <a:off x="5736066" y="2617769"/>
            <a:ext cx="105790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C9DB0418-00F7-DDD7-D7E7-F4610D3EEFA6}"/>
              </a:ext>
            </a:extLst>
          </p:cNvPr>
          <p:cNvCxnSpPr>
            <a:cxnSpLocks/>
          </p:cNvCxnSpPr>
          <p:nvPr/>
        </p:nvCxnSpPr>
        <p:spPr>
          <a:xfrm>
            <a:off x="5732729" y="2611094"/>
            <a:ext cx="0" cy="3829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DB22DC2B-CF41-92F4-F2B9-B6F10DE0EAE2}"/>
              </a:ext>
            </a:extLst>
          </p:cNvPr>
          <p:cNvCxnSpPr/>
          <p:nvPr/>
        </p:nvCxnSpPr>
        <p:spPr>
          <a:xfrm flipH="1">
            <a:off x="5645961" y="2404186"/>
            <a:ext cx="369764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854030FC-7D6A-E850-3E7A-0A74E2624E38}"/>
              </a:ext>
            </a:extLst>
          </p:cNvPr>
          <p:cNvCxnSpPr/>
          <p:nvPr/>
        </p:nvCxnSpPr>
        <p:spPr>
          <a:xfrm flipV="1">
            <a:off x="5649298" y="2417535"/>
            <a:ext cx="0" cy="7741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C6FDD443-491D-B8C9-0359-814E397D9C25}"/>
              </a:ext>
            </a:extLst>
          </p:cNvPr>
          <p:cNvCxnSpPr/>
          <p:nvPr/>
        </p:nvCxnSpPr>
        <p:spPr>
          <a:xfrm>
            <a:off x="3359244" y="4252509"/>
            <a:ext cx="17780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C55C5F-A294-A543-9E3E-E324A93D8CA8}"/>
              </a:ext>
            </a:extLst>
          </p:cNvPr>
          <p:cNvCxnSpPr>
            <a:cxnSpLocks/>
          </p:cNvCxnSpPr>
          <p:nvPr/>
        </p:nvCxnSpPr>
        <p:spPr>
          <a:xfrm flipV="1">
            <a:off x="10997645" y="4034709"/>
            <a:ext cx="0" cy="61652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CC19F9B-6EDF-6B64-E3B0-E660B8C52E68}"/>
              </a:ext>
            </a:extLst>
          </p:cNvPr>
          <p:cNvCxnSpPr>
            <a:cxnSpLocks/>
          </p:cNvCxnSpPr>
          <p:nvPr/>
        </p:nvCxnSpPr>
        <p:spPr>
          <a:xfrm flipH="1">
            <a:off x="10946889" y="4449728"/>
            <a:ext cx="107051" cy="691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D07766FF-137E-CFC5-F36B-18899A589011}"/>
              </a:ext>
            </a:extLst>
          </p:cNvPr>
          <p:cNvCxnSpPr>
            <a:cxnSpLocks/>
          </p:cNvCxnSpPr>
          <p:nvPr/>
        </p:nvCxnSpPr>
        <p:spPr>
          <a:xfrm flipH="1">
            <a:off x="5894187" y="2482125"/>
            <a:ext cx="107051" cy="691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D4AC79D0-5B76-D005-1A27-F76F271A152F}"/>
              </a:ext>
            </a:extLst>
          </p:cNvPr>
          <p:cNvCxnSpPr/>
          <p:nvPr/>
        </p:nvCxnSpPr>
        <p:spPr>
          <a:xfrm flipV="1">
            <a:off x="8862876" y="3303944"/>
            <a:ext cx="0" cy="16767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9" name="Rectangle 208">
            <a:extLst>
              <a:ext uri="{FF2B5EF4-FFF2-40B4-BE49-F238E27FC236}">
                <a16:creationId xmlns:a16="http://schemas.microsoft.com/office/drawing/2014/main" id="{7E4C1978-E959-3B8A-9B69-5A0570C1B433}"/>
              </a:ext>
            </a:extLst>
          </p:cNvPr>
          <p:cNvSpPr/>
          <p:nvPr/>
        </p:nvSpPr>
        <p:spPr>
          <a:xfrm>
            <a:off x="4259968" y="5572927"/>
            <a:ext cx="663423" cy="4606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B99D9E74-E1B6-5F46-688D-FBFA65E6AF93}"/>
              </a:ext>
            </a:extLst>
          </p:cNvPr>
          <p:cNvSpPr txBox="1"/>
          <p:nvPr/>
        </p:nvSpPr>
        <p:spPr>
          <a:xfrm>
            <a:off x="4318876" y="5611381"/>
            <a:ext cx="574196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Stall</a:t>
            </a:r>
          </a:p>
          <a:p>
            <a:pPr algn="ctr"/>
            <a:r>
              <a:rPr lang="en-US" sz="900" dirty="0"/>
              <a:t>counter</a:t>
            </a:r>
          </a:p>
        </p:txBody>
      </p:sp>
      <p:cxnSp>
        <p:nvCxnSpPr>
          <p:cNvPr id="211" name="Straight Arrow Connector 210">
            <a:extLst>
              <a:ext uri="{FF2B5EF4-FFF2-40B4-BE49-F238E27FC236}">
                <a16:creationId xmlns:a16="http://schemas.microsoft.com/office/drawing/2014/main" id="{35A73827-A0E8-19ED-1B3D-EEA836E5E5D2}"/>
              </a:ext>
            </a:extLst>
          </p:cNvPr>
          <p:cNvCxnSpPr>
            <a:cxnSpLocks/>
          </p:cNvCxnSpPr>
          <p:nvPr/>
        </p:nvCxnSpPr>
        <p:spPr>
          <a:xfrm>
            <a:off x="4030095" y="5710140"/>
            <a:ext cx="22987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2" name="Rectangle 211">
            <a:extLst>
              <a:ext uri="{FF2B5EF4-FFF2-40B4-BE49-F238E27FC236}">
                <a16:creationId xmlns:a16="http://schemas.microsoft.com/office/drawing/2014/main" id="{42328FB6-6571-FA3C-8E81-028268A77042}"/>
              </a:ext>
            </a:extLst>
          </p:cNvPr>
          <p:cNvSpPr/>
          <p:nvPr/>
        </p:nvSpPr>
        <p:spPr>
          <a:xfrm>
            <a:off x="3351306" y="5573141"/>
            <a:ext cx="678789" cy="48470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3468D653-D2DB-10F8-EB42-1EF2F69D462B}"/>
              </a:ext>
            </a:extLst>
          </p:cNvPr>
          <p:cNvSpPr txBox="1"/>
          <p:nvPr/>
        </p:nvSpPr>
        <p:spPr>
          <a:xfrm>
            <a:off x="3316652" y="5593028"/>
            <a:ext cx="72968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Hazard</a:t>
            </a:r>
          </a:p>
          <a:p>
            <a:pPr algn="ctr"/>
            <a:r>
              <a:rPr lang="en-US" sz="1000" dirty="0"/>
              <a:t>Detection</a:t>
            </a:r>
          </a:p>
        </p:txBody>
      </p:sp>
      <p:cxnSp>
        <p:nvCxnSpPr>
          <p:cNvPr id="215" name="Straight Arrow Connector 214">
            <a:extLst>
              <a:ext uri="{FF2B5EF4-FFF2-40B4-BE49-F238E27FC236}">
                <a16:creationId xmlns:a16="http://schemas.microsoft.com/office/drawing/2014/main" id="{2F2A33F8-388E-3212-42F2-F316A4DCC9A2}"/>
              </a:ext>
            </a:extLst>
          </p:cNvPr>
          <p:cNvCxnSpPr>
            <a:cxnSpLocks/>
          </p:cNvCxnSpPr>
          <p:nvPr/>
        </p:nvCxnSpPr>
        <p:spPr>
          <a:xfrm>
            <a:off x="2909696" y="5929325"/>
            <a:ext cx="442253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Straight Arrow Connector 216">
            <a:extLst>
              <a:ext uri="{FF2B5EF4-FFF2-40B4-BE49-F238E27FC236}">
                <a16:creationId xmlns:a16="http://schemas.microsoft.com/office/drawing/2014/main" id="{0C1B9568-C8CF-C3E1-D013-4AB3BA49E0A6}"/>
              </a:ext>
            </a:extLst>
          </p:cNvPr>
          <p:cNvCxnSpPr>
            <a:cxnSpLocks/>
          </p:cNvCxnSpPr>
          <p:nvPr/>
        </p:nvCxnSpPr>
        <p:spPr>
          <a:xfrm flipH="1">
            <a:off x="4040822" y="5917227"/>
            <a:ext cx="20561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E49846C5-8569-392B-D7EC-3272F6F2B440}"/>
              </a:ext>
            </a:extLst>
          </p:cNvPr>
          <p:cNvCxnSpPr>
            <a:cxnSpLocks/>
          </p:cNvCxnSpPr>
          <p:nvPr/>
        </p:nvCxnSpPr>
        <p:spPr>
          <a:xfrm>
            <a:off x="2920808" y="5560181"/>
            <a:ext cx="0" cy="3676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BC2F36C1-D9E2-5F94-A594-FBFAAC53E660}"/>
              </a:ext>
            </a:extLst>
          </p:cNvPr>
          <p:cNvCxnSpPr>
            <a:cxnSpLocks/>
          </p:cNvCxnSpPr>
          <p:nvPr/>
        </p:nvCxnSpPr>
        <p:spPr>
          <a:xfrm>
            <a:off x="3145244" y="5712432"/>
            <a:ext cx="211703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6FB6D13F-84F6-B220-EF66-A111BDCAEC0A}"/>
              </a:ext>
            </a:extLst>
          </p:cNvPr>
          <p:cNvCxnSpPr>
            <a:cxnSpLocks/>
          </p:cNvCxnSpPr>
          <p:nvPr/>
        </p:nvCxnSpPr>
        <p:spPr>
          <a:xfrm flipH="1">
            <a:off x="2511119" y="5576977"/>
            <a:ext cx="398618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93DC441A-8F48-0B1E-E235-4F3A44A86932}"/>
              </a:ext>
            </a:extLst>
          </p:cNvPr>
          <p:cNvCxnSpPr>
            <a:cxnSpLocks/>
          </p:cNvCxnSpPr>
          <p:nvPr/>
        </p:nvCxnSpPr>
        <p:spPr>
          <a:xfrm>
            <a:off x="3136484" y="5250897"/>
            <a:ext cx="0" cy="47094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Connector 223">
            <a:extLst>
              <a:ext uri="{FF2B5EF4-FFF2-40B4-BE49-F238E27FC236}">
                <a16:creationId xmlns:a16="http://schemas.microsoft.com/office/drawing/2014/main" id="{A611D7C8-EA59-07B6-6DE0-08A00908356E}"/>
              </a:ext>
            </a:extLst>
          </p:cNvPr>
          <p:cNvCxnSpPr>
            <a:cxnSpLocks/>
          </p:cNvCxnSpPr>
          <p:nvPr/>
        </p:nvCxnSpPr>
        <p:spPr>
          <a:xfrm>
            <a:off x="2759850" y="5241548"/>
            <a:ext cx="383938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Straight Arrow Connector 224">
            <a:extLst>
              <a:ext uri="{FF2B5EF4-FFF2-40B4-BE49-F238E27FC236}">
                <a16:creationId xmlns:a16="http://schemas.microsoft.com/office/drawing/2014/main" id="{4FA97CD2-A4F3-8569-BF3A-77C3076814AA}"/>
              </a:ext>
            </a:extLst>
          </p:cNvPr>
          <p:cNvCxnSpPr>
            <a:cxnSpLocks/>
          </p:cNvCxnSpPr>
          <p:nvPr/>
        </p:nvCxnSpPr>
        <p:spPr>
          <a:xfrm flipV="1">
            <a:off x="4124761" y="5481780"/>
            <a:ext cx="0" cy="22540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Straight Arrow Connector 225">
            <a:extLst>
              <a:ext uri="{FF2B5EF4-FFF2-40B4-BE49-F238E27FC236}">
                <a16:creationId xmlns:a16="http://schemas.microsoft.com/office/drawing/2014/main" id="{13244B44-D83A-17F1-89B4-8EB805ADF839}"/>
              </a:ext>
            </a:extLst>
          </p:cNvPr>
          <p:cNvCxnSpPr>
            <a:cxnSpLocks/>
          </p:cNvCxnSpPr>
          <p:nvPr/>
        </p:nvCxnSpPr>
        <p:spPr>
          <a:xfrm>
            <a:off x="4172823" y="5931908"/>
            <a:ext cx="0" cy="40275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2FA12D39-0FA2-ABBD-EACC-E063F56B5583}"/>
              </a:ext>
            </a:extLst>
          </p:cNvPr>
          <p:cNvCxnSpPr/>
          <p:nvPr/>
        </p:nvCxnSpPr>
        <p:spPr>
          <a:xfrm flipH="1">
            <a:off x="2952806" y="5177183"/>
            <a:ext cx="77899" cy="1295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2" name="TextBox 231">
            <a:extLst>
              <a:ext uri="{FF2B5EF4-FFF2-40B4-BE49-F238E27FC236}">
                <a16:creationId xmlns:a16="http://schemas.microsoft.com/office/drawing/2014/main" id="{84B6D813-B5DE-D1FC-AF80-525F92C8F7F8}"/>
              </a:ext>
            </a:extLst>
          </p:cNvPr>
          <p:cNvSpPr txBox="1"/>
          <p:nvPr/>
        </p:nvSpPr>
        <p:spPr>
          <a:xfrm>
            <a:off x="2834608" y="5072614"/>
            <a:ext cx="24558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4</a:t>
            </a:r>
          </a:p>
        </p:txBody>
      </p:sp>
      <p:sp>
        <p:nvSpPr>
          <p:cNvPr id="233" name="Rectangle 232">
            <a:extLst>
              <a:ext uri="{FF2B5EF4-FFF2-40B4-BE49-F238E27FC236}">
                <a16:creationId xmlns:a16="http://schemas.microsoft.com/office/drawing/2014/main" id="{E46D487D-09B4-2769-C34D-554786351A6B}"/>
              </a:ext>
            </a:extLst>
          </p:cNvPr>
          <p:cNvSpPr/>
          <p:nvPr/>
        </p:nvSpPr>
        <p:spPr>
          <a:xfrm>
            <a:off x="4027858" y="6344690"/>
            <a:ext cx="663423" cy="4606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B03E2FCB-F4FA-D322-14B8-FB5E1F9573B3}"/>
              </a:ext>
            </a:extLst>
          </p:cNvPr>
          <p:cNvSpPr txBox="1"/>
          <p:nvPr/>
        </p:nvSpPr>
        <p:spPr>
          <a:xfrm>
            <a:off x="4505477" y="6442196"/>
            <a:ext cx="1947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&gt;</a:t>
            </a:r>
            <a:endParaRPr lang="en-US" sz="900" dirty="0"/>
          </a:p>
        </p:txBody>
      </p:sp>
      <p:cxnSp>
        <p:nvCxnSpPr>
          <p:cNvPr id="237" name="Straight Arrow Connector 236">
            <a:extLst>
              <a:ext uri="{FF2B5EF4-FFF2-40B4-BE49-F238E27FC236}">
                <a16:creationId xmlns:a16="http://schemas.microsoft.com/office/drawing/2014/main" id="{657E1736-86D8-4C89-8125-43EFDE81B0A7}"/>
              </a:ext>
            </a:extLst>
          </p:cNvPr>
          <p:cNvCxnSpPr>
            <a:cxnSpLocks/>
          </p:cNvCxnSpPr>
          <p:nvPr/>
        </p:nvCxnSpPr>
        <p:spPr>
          <a:xfrm>
            <a:off x="4696548" y="6575010"/>
            <a:ext cx="22987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Straight Arrow Connector 240">
            <a:extLst>
              <a:ext uri="{FF2B5EF4-FFF2-40B4-BE49-F238E27FC236}">
                <a16:creationId xmlns:a16="http://schemas.microsoft.com/office/drawing/2014/main" id="{CFF1441C-A871-C028-33DF-68E89133CAC3}"/>
              </a:ext>
            </a:extLst>
          </p:cNvPr>
          <p:cNvCxnSpPr>
            <a:cxnSpLocks/>
          </p:cNvCxnSpPr>
          <p:nvPr/>
        </p:nvCxnSpPr>
        <p:spPr>
          <a:xfrm>
            <a:off x="4566636" y="6234492"/>
            <a:ext cx="0" cy="1001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TextBox 241">
            <a:extLst>
              <a:ext uri="{FF2B5EF4-FFF2-40B4-BE49-F238E27FC236}">
                <a16:creationId xmlns:a16="http://schemas.microsoft.com/office/drawing/2014/main" id="{5CF4424D-C27A-0FCF-199D-B10372DC54C3}"/>
              </a:ext>
            </a:extLst>
          </p:cNvPr>
          <p:cNvSpPr txBox="1"/>
          <p:nvPr/>
        </p:nvSpPr>
        <p:spPr>
          <a:xfrm>
            <a:off x="4443371" y="6038820"/>
            <a:ext cx="24558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0</a:t>
            </a:r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7F7540FB-45AD-3BC3-48E6-D125DD8550E7}"/>
              </a:ext>
            </a:extLst>
          </p:cNvPr>
          <p:cNvSpPr txBox="1"/>
          <p:nvPr/>
        </p:nvSpPr>
        <p:spPr>
          <a:xfrm>
            <a:off x="4802612" y="6461559"/>
            <a:ext cx="57419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Stall</a:t>
            </a: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6F693865-D421-FB3F-F617-69C8DFB74DDA}"/>
              </a:ext>
            </a:extLst>
          </p:cNvPr>
          <p:cNvSpPr txBox="1"/>
          <p:nvPr/>
        </p:nvSpPr>
        <p:spPr>
          <a:xfrm>
            <a:off x="3408450" y="6047112"/>
            <a:ext cx="86148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 err="1"/>
              <a:t>stall_count</a:t>
            </a:r>
            <a:endParaRPr lang="en-US" sz="1000" dirty="0"/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3BA26EF9-D46A-45DC-70BA-21364891CB27}"/>
              </a:ext>
            </a:extLst>
          </p:cNvPr>
          <p:cNvSpPr txBox="1"/>
          <p:nvPr/>
        </p:nvSpPr>
        <p:spPr>
          <a:xfrm>
            <a:off x="3685159" y="5311002"/>
            <a:ext cx="86148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 err="1"/>
              <a:t>start_stall</a:t>
            </a:r>
            <a:endParaRPr lang="en-US" sz="10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104EDAA-FD8A-4089-C218-104118D04C57}"/>
              </a:ext>
            </a:extLst>
          </p:cNvPr>
          <p:cNvCxnSpPr>
            <a:cxnSpLocks/>
          </p:cNvCxnSpPr>
          <p:nvPr/>
        </p:nvCxnSpPr>
        <p:spPr>
          <a:xfrm>
            <a:off x="3472911" y="6051625"/>
            <a:ext cx="0" cy="40275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D23CE11-915B-B2E0-552F-137C75A7E9C7}"/>
              </a:ext>
            </a:extLst>
          </p:cNvPr>
          <p:cNvSpPr txBox="1"/>
          <p:nvPr/>
        </p:nvSpPr>
        <p:spPr>
          <a:xfrm>
            <a:off x="2990194" y="6420855"/>
            <a:ext cx="9359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 err="1"/>
              <a:t>double_stall</a:t>
            </a:r>
            <a:endParaRPr lang="en-US" sz="10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143C07A-7BD3-285F-779B-EA5E4E2370C1}"/>
              </a:ext>
            </a:extLst>
          </p:cNvPr>
          <p:cNvSpPr/>
          <p:nvPr/>
        </p:nvSpPr>
        <p:spPr>
          <a:xfrm>
            <a:off x="1076734" y="4385870"/>
            <a:ext cx="865785" cy="4606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6011141-02A1-8CC5-681B-B9793C2C8CE0}"/>
              </a:ext>
            </a:extLst>
          </p:cNvPr>
          <p:cNvSpPr txBox="1"/>
          <p:nvPr/>
        </p:nvSpPr>
        <p:spPr>
          <a:xfrm>
            <a:off x="1025974" y="4354867"/>
            <a:ext cx="9861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Sign Extension</a:t>
            </a:r>
          </a:p>
          <a:p>
            <a:pPr algn="ctr"/>
            <a:endParaRPr 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00F8394-6420-6E0A-2BDA-EFD3CDF8A0E0}"/>
              </a:ext>
            </a:extLst>
          </p:cNvPr>
          <p:cNvSpPr txBox="1"/>
          <p:nvPr/>
        </p:nvSpPr>
        <p:spPr>
          <a:xfrm>
            <a:off x="1581773" y="4562161"/>
            <a:ext cx="40748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imm</a:t>
            </a:r>
            <a:endParaRPr lang="en-US" sz="900" dirty="0"/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AE93C80-3013-DEAA-0C8C-8059FBC73417}"/>
              </a:ext>
            </a:extLst>
          </p:cNvPr>
          <p:cNvCxnSpPr>
            <a:cxnSpLocks/>
          </p:cNvCxnSpPr>
          <p:nvPr/>
        </p:nvCxnSpPr>
        <p:spPr>
          <a:xfrm>
            <a:off x="905315" y="4716303"/>
            <a:ext cx="1714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4DB48A0-8679-7515-A495-8900C2A20FCD}"/>
              </a:ext>
            </a:extLst>
          </p:cNvPr>
          <p:cNvSpPr txBox="1"/>
          <p:nvPr/>
        </p:nvSpPr>
        <p:spPr>
          <a:xfrm>
            <a:off x="1019434" y="4600887"/>
            <a:ext cx="40748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instr</a:t>
            </a:r>
            <a:endParaRPr lang="en-US" sz="900" dirty="0"/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F5DC23A1-E3C9-66CD-B3A5-E308601A02A9}"/>
              </a:ext>
            </a:extLst>
          </p:cNvPr>
          <p:cNvCxnSpPr>
            <a:cxnSpLocks/>
          </p:cNvCxnSpPr>
          <p:nvPr/>
        </p:nvCxnSpPr>
        <p:spPr>
          <a:xfrm>
            <a:off x="1953050" y="4696912"/>
            <a:ext cx="377733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6" name="Group 65">
            <a:extLst>
              <a:ext uri="{FF2B5EF4-FFF2-40B4-BE49-F238E27FC236}">
                <a16:creationId xmlns:a16="http://schemas.microsoft.com/office/drawing/2014/main" id="{1043A246-575E-278D-E538-E3ACE7F6C7ED}"/>
              </a:ext>
            </a:extLst>
          </p:cNvPr>
          <p:cNvGrpSpPr/>
          <p:nvPr/>
        </p:nvGrpSpPr>
        <p:grpSpPr>
          <a:xfrm>
            <a:off x="1721311" y="1581032"/>
            <a:ext cx="234557" cy="870633"/>
            <a:chOff x="6175096" y="3854324"/>
            <a:chExt cx="144932" cy="375881"/>
          </a:xfrm>
        </p:grpSpPr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2A85262C-2A8B-7F76-B3E9-6E12094B4BB8}"/>
                </a:ext>
              </a:extLst>
            </p:cNvPr>
            <p:cNvCxnSpPr>
              <a:cxnSpLocks/>
            </p:cNvCxnSpPr>
            <p:nvPr/>
          </p:nvCxnSpPr>
          <p:spPr>
            <a:xfrm>
              <a:off x="6180266" y="3861114"/>
              <a:ext cx="0" cy="36909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D2FFBFEA-3D6D-7E02-E9CC-F2B56CBCAF6C}"/>
                </a:ext>
              </a:extLst>
            </p:cNvPr>
            <p:cNvCxnSpPr>
              <a:cxnSpLocks/>
            </p:cNvCxnSpPr>
            <p:nvPr/>
          </p:nvCxnSpPr>
          <p:spPr>
            <a:xfrm>
              <a:off x="6320028" y="3936909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4391D130-D329-A973-7C7C-351FDC1DB19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5096" y="4152620"/>
              <a:ext cx="144932" cy="775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35B1BBA6-27CC-E2BA-CFC7-3DBD977056F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75096" y="3854324"/>
              <a:ext cx="144932" cy="8573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2D1CB698-C310-35E9-96F7-FB8DB191A463}"/>
              </a:ext>
            </a:extLst>
          </p:cNvPr>
          <p:cNvCxnSpPr>
            <a:cxnSpLocks/>
          </p:cNvCxnSpPr>
          <p:nvPr/>
        </p:nvCxnSpPr>
        <p:spPr>
          <a:xfrm>
            <a:off x="1956844" y="2028868"/>
            <a:ext cx="30124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85985002-8499-9138-27D1-683C5A5ED252}"/>
              </a:ext>
            </a:extLst>
          </p:cNvPr>
          <p:cNvCxnSpPr>
            <a:cxnSpLocks/>
          </p:cNvCxnSpPr>
          <p:nvPr/>
        </p:nvCxnSpPr>
        <p:spPr>
          <a:xfrm>
            <a:off x="2258572" y="838703"/>
            <a:ext cx="0" cy="119838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FB0CE3A1-6952-8856-AAEC-8A125B2DDFE8}"/>
              </a:ext>
            </a:extLst>
          </p:cNvPr>
          <p:cNvCxnSpPr>
            <a:cxnSpLocks/>
          </p:cNvCxnSpPr>
          <p:nvPr/>
        </p:nvCxnSpPr>
        <p:spPr>
          <a:xfrm>
            <a:off x="1350952" y="1932456"/>
            <a:ext cx="3743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8F69FFC4-D90F-87A3-72AA-E53AD00637DE}"/>
              </a:ext>
            </a:extLst>
          </p:cNvPr>
          <p:cNvSpPr txBox="1"/>
          <p:nvPr/>
        </p:nvSpPr>
        <p:spPr>
          <a:xfrm>
            <a:off x="288634" y="1472199"/>
            <a:ext cx="41389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NPC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66AEAD3-1629-21A3-A829-EE39F53D4206}"/>
              </a:ext>
            </a:extLst>
          </p:cNvPr>
          <p:cNvSpPr txBox="1"/>
          <p:nvPr/>
        </p:nvSpPr>
        <p:spPr>
          <a:xfrm>
            <a:off x="291787" y="1887572"/>
            <a:ext cx="40748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imm</a:t>
            </a:r>
            <a:endParaRPr lang="en-US" sz="900" dirty="0"/>
          </a:p>
        </p:txBody>
      </p: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0CB8EB19-84A3-9607-CCD6-ED9DECBD1C71}"/>
              </a:ext>
            </a:extLst>
          </p:cNvPr>
          <p:cNvCxnSpPr>
            <a:cxnSpLocks/>
          </p:cNvCxnSpPr>
          <p:nvPr/>
        </p:nvCxnSpPr>
        <p:spPr>
          <a:xfrm flipV="1">
            <a:off x="1635148" y="2090546"/>
            <a:ext cx="100338" cy="2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A046F096-97E2-8456-2195-55E7CAB154C6}"/>
              </a:ext>
            </a:extLst>
          </p:cNvPr>
          <p:cNvSpPr txBox="1"/>
          <p:nvPr/>
        </p:nvSpPr>
        <p:spPr>
          <a:xfrm>
            <a:off x="1313055" y="1972211"/>
            <a:ext cx="41389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NPC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B773C7A5-7ABC-0594-7851-14CF77797137}"/>
              </a:ext>
            </a:extLst>
          </p:cNvPr>
          <p:cNvGrpSpPr/>
          <p:nvPr/>
        </p:nvGrpSpPr>
        <p:grpSpPr>
          <a:xfrm>
            <a:off x="827819" y="1481654"/>
            <a:ext cx="292770" cy="637674"/>
            <a:chOff x="1074820" y="1507958"/>
            <a:chExt cx="292770" cy="637674"/>
          </a:xfrm>
        </p:grpSpPr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6C512B38-9D33-9802-2822-CD1CA18AE903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507958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2C1E6082-325E-1C19-F1D4-A1EA70AAB1E2}"/>
                </a:ext>
              </a:extLst>
            </p:cNvPr>
            <p:cNvCxnSpPr>
              <a:cxnSpLocks/>
            </p:cNvCxnSpPr>
            <p:nvPr/>
          </p:nvCxnSpPr>
          <p:spPr>
            <a:xfrm>
              <a:off x="1367590" y="1720516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EF5A8EBA-3D52-5193-CF08-8C312B914CA4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933074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5EDBAB12-11C0-1144-0AFF-2BADC04AFE6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4821" y="1936227"/>
              <a:ext cx="292769" cy="2094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Straight Connector 159">
              <a:extLst>
                <a:ext uri="{FF2B5EF4-FFF2-40B4-BE49-F238E27FC236}">
                  <a16:creationId xmlns:a16="http://schemas.microsoft.com/office/drawing/2014/main" id="{DDEFFE58-6F0A-18D2-7CE9-1E2C4606A33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74821" y="1507958"/>
              <a:ext cx="292769" cy="21571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97F24868-95BD-8279-7EDC-F00F0AECBC7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4821" y="1829948"/>
              <a:ext cx="140545" cy="10312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Straight Connector 174">
              <a:extLst>
                <a:ext uri="{FF2B5EF4-FFF2-40B4-BE49-F238E27FC236}">
                  <a16:creationId xmlns:a16="http://schemas.microsoft.com/office/drawing/2014/main" id="{03CF6495-3B91-BA26-4338-8F6006BE8C29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0" y="1716505"/>
              <a:ext cx="140545" cy="10713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83721058-E86C-EB18-A1F1-24BD0BF2686D}"/>
              </a:ext>
            </a:extLst>
          </p:cNvPr>
          <p:cNvCxnSpPr>
            <a:cxnSpLocks/>
          </p:cNvCxnSpPr>
          <p:nvPr/>
        </p:nvCxnSpPr>
        <p:spPr>
          <a:xfrm>
            <a:off x="653884" y="2013049"/>
            <a:ext cx="17393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176">
            <a:extLst>
              <a:ext uri="{FF2B5EF4-FFF2-40B4-BE49-F238E27FC236}">
                <a16:creationId xmlns:a16="http://schemas.microsoft.com/office/drawing/2014/main" id="{954FA614-589E-5FD9-2BE1-A854DE9D07B9}"/>
              </a:ext>
            </a:extLst>
          </p:cNvPr>
          <p:cNvCxnSpPr/>
          <p:nvPr/>
        </p:nvCxnSpPr>
        <p:spPr>
          <a:xfrm>
            <a:off x="650011" y="1587933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09386CA0-1138-305E-7209-5A63253C8BFC}"/>
              </a:ext>
            </a:extLst>
          </p:cNvPr>
          <p:cNvSpPr txBox="1"/>
          <p:nvPr/>
        </p:nvSpPr>
        <p:spPr>
          <a:xfrm>
            <a:off x="862656" y="1686466"/>
            <a:ext cx="35137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“+”</a:t>
            </a:r>
          </a:p>
        </p:txBody>
      </p:sp>
      <p:cxnSp>
        <p:nvCxnSpPr>
          <p:cNvPr id="179" name="Straight Arrow Connector 178">
            <a:extLst>
              <a:ext uri="{FF2B5EF4-FFF2-40B4-BE49-F238E27FC236}">
                <a16:creationId xmlns:a16="http://schemas.microsoft.com/office/drawing/2014/main" id="{DE93D071-D6EC-229F-FE75-1042BD0190A0}"/>
              </a:ext>
            </a:extLst>
          </p:cNvPr>
          <p:cNvCxnSpPr>
            <a:cxnSpLocks/>
          </p:cNvCxnSpPr>
          <p:nvPr/>
        </p:nvCxnSpPr>
        <p:spPr>
          <a:xfrm flipV="1">
            <a:off x="1612800" y="2266016"/>
            <a:ext cx="100338" cy="2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FCD657EC-8588-B810-69DD-64CE3E661EA1}"/>
              </a:ext>
            </a:extLst>
          </p:cNvPr>
          <p:cNvSpPr txBox="1"/>
          <p:nvPr/>
        </p:nvSpPr>
        <p:spPr>
          <a:xfrm>
            <a:off x="1358011" y="2152485"/>
            <a:ext cx="33214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PC</a:t>
            </a:r>
          </a:p>
        </p:txBody>
      </p: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03417F81-FD6A-5C30-1E76-BBE7D416900A}"/>
              </a:ext>
            </a:extLst>
          </p:cNvPr>
          <p:cNvCxnSpPr>
            <a:cxnSpLocks/>
          </p:cNvCxnSpPr>
          <p:nvPr/>
        </p:nvCxnSpPr>
        <p:spPr>
          <a:xfrm>
            <a:off x="1350952" y="1718520"/>
            <a:ext cx="3743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E2D49F1C-FA17-5F1D-9F29-E692C68C8BDA}"/>
              </a:ext>
            </a:extLst>
          </p:cNvPr>
          <p:cNvCxnSpPr>
            <a:cxnSpLocks/>
          </p:cNvCxnSpPr>
          <p:nvPr/>
        </p:nvCxnSpPr>
        <p:spPr>
          <a:xfrm>
            <a:off x="1350952" y="1718520"/>
            <a:ext cx="0" cy="213936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F62569E9-9ADB-25E0-5AA7-D7C609B03633}"/>
              </a:ext>
            </a:extLst>
          </p:cNvPr>
          <p:cNvCxnSpPr>
            <a:cxnSpLocks/>
          </p:cNvCxnSpPr>
          <p:nvPr/>
        </p:nvCxnSpPr>
        <p:spPr>
          <a:xfrm>
            <a:off x="1118267" y="1826661"/>
            <a:ext cx="232685" cy="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45DDE841-DDA8-50C0-DF84-DFEAD66D212E}"/>
              </a:ext>
            </a:extLst>
          </p:cNvPr>
          <p:cNvCxnSpPr>
            <a:cxnSpLocks/>
          </p:cNvCxnSpPr>
          <p:nvPr/>
        </p:nvCxnSpPr>
        <p:spPr>
          <a:xfrm flipV="1">
            <a:off x="1849620" y="2345419"/>
            <a:ext cx="0" cy="31897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DD9CD45F-603E-9C8E-1E43-C8A5BE41D6EE}"/>
              </a:ext>
            </a:extLst>
          </p:cNvPr>
          <p:cNvCxnSpPr>
            <a:cxnSpLocks/>
          </p:cNvCxnSpPr>
          <p:nvPr/>
        </p:nvCxnSpPr>
        <p:spPr>
          <a:xfrm flipH="1">
            <a:off x="1805652" y="2531341"/>
            <a:ext cx="85431" cy="6219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Arrow Connector 200">
            <a:extLst>
              <a:ext uri="{FF2B5EF4-FFF2-40B4-BE49-F238E27FC236}">
                <a16:creationId xmlns:a16="http://schemas.microsoft.com/office/drawing/2014/main" id="{83A0DF4B-DC05-17D1-759D-39EFC1DE02DF}"/>
              </a:ext>
            </a:extLst>
          </p:cNvPr>
          <p:cNvCxnSpPr>
            <a:cxnSpLocks/>
          </p:cNvCxnSpPr>
          <p:nvPr/>
        </p:nvCxnSpPr>
        <p:spPr>
          <a:xfrm>
            <a:off x="1660150" y="976492"/>
            <a:ext cx="0" cy="13789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2" name="TextBox 201">
            <a:extLst>
              <a:ext uri="{FF2B5EF4-FFF2-40B4-BE49-F238E27FC236}">
                <a16:creationId xmlns:a16="http://schemas.microsoft.com/office/drawing/2014/main" id="{C5E4C3D1-E848-B046-B8D8-FF2644B018B9}"/>
              </a:ext>
            </a:extLst>
          </p:cNvPr>
          <p:cNvSpPr txBox="1"/>
          <p:nvPr/>
        </p:nvSpPr>
        <p:spPr>
          <a:xfrm>
            <a:off x="1420265" y="807637"/>
            <a:ext cx="47481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dout1</a:t>
            </a:r>
          </a:p>
        </p:txBody>
      </p:sp>
      <p:cxnSp>
        <p:nvCxnSpPr>
          <p:cNvPr id="203" name="Straight Arrow Connector 202">
            <a:extLst>
              <a:ext uri="{FF2B5EF4-FFF2-40B4-BE49-F238E27FC236}">
                <a16:creationId xmlns:a16="http://schemas.microsoft.com/office/drawing/2014/main" id="{EE0A7450-E98D-2100-D475-3D6DDD92F800}"/>
              </a:ext>
            </a:extLst>
          </p:cNvPr>
          <p:cNvCxnSpPr>
            <a:cxnSpLocks/>
          </p:cNvCxnSpPr>
          <p:nvPr/>
        </p:nvCxnSpPr>
        <p:spPr>
          <a:xfrm>
            <a:off x="1887618" y="1525805"/>
            <a:ext cx="0" cy="219678"/>
          </a:xfrm>
          <a:prstGeom prst="straightConnector1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4" name="TextBox 203">
            <a:extLst>
              <a:ext uri="{FF2B5EF4-FFF2-40B4-BE49-F238E27FC236}">
                <a16:creationId xmlns:a16="http://schemas.microsoft.com/office/drawing/2014/main" id="{64F90C90-E069-CC61-165E-6A1EEB7E1194}"/>
              </a:ext>
            </a:extLst>
          </p:cNvPr>
          <p:cNvSpPr txBox="1"/>
          <p:nvPr/>
        </p:nvSpPr>
        <p:spPr>
          <a:xfrm>
            <a:off x="1469171" y="1342773"/>
            <a:ext cx="67197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Not equal</a:t>
            </a:r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64D9F53B-87E9-E6A7-973D-AEF42ADBB14F}"/>
              </a:ext>
            </a:extLst>
          </p:cNvPr>
          <p:cNvSpPr/>
          <p:nvPr/>
        </p:nvSpPr>
        <p:spPr>
          <a:xfrm>
            <a:off x="1433688" y="1114382"/>
            <a:ext cx="736311" cy="418585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6" name="Straight Arrow Connector 205">
            <a:extLst>
              <a:ext uri="{FF2B5EF4-FFF2-40B4-BE49-F238E27FC236}">
                <a16:creationId xmlns:a16="http://schemas.microsoft.com/office/drawing/2014/main" id="{21A460EE-EB70-C945-9EB0-A42BA9B94C3F}"/>
              </a:ext>
            </a:extLst>
          </p:cNvPr>
          <p:cNvCxnSpPr>
            <a:cxnSpLocks/>
          </p:cNvCxnSpPr>
          <p:nvPr/>
        </p:nvCxnSpPr>
        <p:spPr>
          <a:xfrm>
            <a:off x="2007597" y="976492"/>
            <a:ext cx="0" cy="13789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" name="TextBox 206">
            <a:extLst>
              <a:ext uri="{FF2B5EF4-FFF2-40B4-BE49-F238E27FC236}">
                <a16:creationId xmlns:a16="http://schemas.microsoft.com/office/drawing/2014/main" id="{324ACC2E-58E8-851E-7F2C-5A0A160ADD22}"/>
              </a:ext>
            </a:extLst>
          </p:cNvPr>
          <p:cNvSpPr txBox="1"/>
          <p:nvPr/>
        </p:nvSpPr>
        <p:spPr>
          <a:xfrm>
            <a:off x="1764344" y="803972"/>
            <a:ext cx="47481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dout2</a:t>
            </a:r>
          </a:p>
        </p:txBody>
      </p:sp>
    </p:spTree>
    <p:extLst>
      <p:ext uri="{BB962C8B-B14F-4D97-AF65-F5344CB8AC3E}">
        <p14:creationId xmlns:p14="http://schemas.microsoft.com/office/powerpoint/2010/main" val="15011709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7ab80a06-f029-45c0-84d1-7dad19ce3c61}" enabled="0" method="" siteId="{7ab80a06-f029-45c0-84d1-7dad19ce3c6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450</TotalTime>
  <Words>147</Words>
  <Application>Microsoft Office PowerPoint</Application>
  <PresentationFormat>Widescreen</PresentationFormat>
  <Paragraphs>86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York, George W CIV USAF USAFA DF/DFEC</dc:creator>
  <cp:lastModifiedBy>York, George W CIV USAF USAFA DF/DFEC</cp:lastModifiedBy>
  <cp:revision>14</cp:revision>
  <cp:lastPrinted>2025-07-01T16:24:47Z</cp:lastPrinted>
  <dcterms:created xsi:type="dcterms:W3CDTF">2025-06-30T15:01:42Z</dcterms:created>
  <dcterms:modified xsi:type="dcterms:W3CDTF">2026-05-08T17:39:32Z</dcterms:modified>
</cp:coreProperties>
</file>