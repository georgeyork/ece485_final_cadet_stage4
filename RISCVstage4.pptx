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7162800" cy="94488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50478D-03C3-4A9B-9853-97954EEDE79F}" v="6" dt="2026-03-05T22:38:16.0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rk, George W CIV USAF USAFA DF/DFEC" userId="1fb5875a-4594-4db2-80fb-f0db3de11280" providerId="ADAL" clId="{09330963-85FD-4C99-A81B-94D0EE5CFFEB}"/>
    <pc:docChg chg="custSel modSld">
      <pc:chgData name="York, George W CIV USAF USAFA DF/DFEC" userId="1fb5875a-4594-4db2-80fb-f0db3de11280" providerId="ADAL" clId="{09330963-85FD-4C99-A81B-94D0EE5CFFEB}" dt="2026-03-05T22:38:22.200" v="19" actId="1076"/>
      <pc:docMkLst>
        <pc:docMk/>
      </pc:docMkLst>
      <pc:sldChg chg="addSp delSp modSp mod">
        <pc:chgData name="York, George W CIV USAF USAFA DF/DFEC" userId="1fb5875a-4594-4db2-80fb-f0db3de11280" providerId="ADAL" clId="{09330963-85FD-4C99-A81B-94D0EE5CFFEB}" dt="2026-03-05T22:38:22.200" v="19" actId="1076"/>
        <pc:sldMkLst>
          <pc:docMk/>
          <pc:sldMk cId="1501170907" sldId="256"/>
        </pc:sldMkLst>
        <pc:spChg chg="del">
          <ac:chgData name="York, George W CIV USAF USAFA DF/DFEC" userId="1fb5875a-4594-4db2-80fb-f0db3de11280" providerId="ADAL" clId="{09330963-85FD-4C99-A81B-94D0EE5CFFEB}" dt="2026-03-05T22:36:35.379" v="13" actId="478"/>
          <ac:spMkLst>
            <pc:docMk/>
            <pc:sldMk cId="1501170907" sldId="256"/>
            <ac:spMk id="37" creationId="{FEBD6354-C348-CAC9-89DB-E3F28A4B9C7A}"/>
          </ac:spMkLst>
        </pc:spChg>
        <pc:spChg chg="ord">
          <ac:chgData name="York, George W CIV USAF USAFA DF/DFEC" userId="1fb5875a-4594-4db2-80fb-f0db3de11280" providerId="ADAL" clId="{09330963-85FD-4C99-A81B-94D0EE5CFFEB}" dt="2026-03-05T22:33:00.568" v="3" actId="167"/>
          <ac:spMkLst>
            <pc:docMk/>
            <pc:sldMk cId="1501170907" sldId="256"/>
            <ac:spMk id="90" creationId="{E5E3C8FC-BB27-8EAD-AA8B-33B131880EBA}"/>
          </ac:spMkLst>
        </pc:spChg>
        <pc:spChg chg="add mod">
          <ac:chgData name="York, George W CIV USAF USAFA DF/DFEC" userId="1fb5875a-4594-4db2-80fb-f0db3de11280" providerId="ADAL" clId="{09330963-85FD-4C99-A81B-94D0EE5CFFEB}" dt="2026-03-05T22:37:02.711" v="15" actId="1076"/>
          <ac:spMkLst>
            <pc:docMk/>
            <pc:sldMk cId="1501170907" sldId="256"/>
            <ac:spMk id="119" creationId="{71CFDDD6-C726-691B-9CA9-125BE7E5CADA}"/>
          </ac:spMkLst>
        </pc:spChg>
        <pc:spChg chg="add mod">
          <ac:chgData name="York, George W CIV USAF USAFA DF/DFEC" userId="1fb5875a-4594-4db2-80fb-f0db3de11280" providerId="ADAL" clId="{09330963-85FD-4C99-A81B-94D0EE5CFFEB}" dt="2026-03-05T22:37:02.711" v="15" actId="1076"/>
          <ac:spMkLst>
            <pc:docMk/>
            <pc:sldMk cId="1501170907" sldId="256"/>
            <ac:spMk id="120" creationId="{B5FAFD36-E7BE-8A22-0C52-FA46F61778F0}"/>
          </ac:spMkLst>
        </pc:spChg>
        <pc:spChg chg="add mod">
          <ac:chgData name="York, George W CIV USAF USAFA DF/DFEC" userId="1fb5875a-4594-4db2-80fb-f0db3de11280" providerId="ADAL" clId="{09330963-85FD-4C99-A81B-94D0EE5CFFEB}" dt="2026-03-05T22:37:02.711" v="15" actId="1076"/>
          <ac:spMkLst>
            <pc:docMk/>
            <pc:sldMk cId="1501170907" sldId="256"/>
            <ac:spMk id="132" creationId="{0D9A6022-1D6D-F3DA-CC84-317FF5FD6666}"/>
          </ac:spMkLst>
        </pc:spChg>
        <pc:spChg chg="del">
          <ac:chgData name="York, George W CIV USAF USAFA DF/DFEC" userId="1fb5875a-4594-4db2-80fb-f0db3de11280" providerId="ADAL" clId="{09330963-85FD-4C99-A81B-94D0EE5CFFEB}" dt="2026-03-05T22:36:35.379" v="13" actId="478"/>
          <ac:spMkLst>
            <pc:docMk/>
            <pc:sldMk cId="1501170907" sldId="256"/>
            <ac:spMk id="145" creationId="{D48BF948-61BF-AC37-8597-388094170D18}"/>
          </ac:spMkLst>
        </pc:spChg>
        <pc:spChg chg="del">
          <ac:chgData name="York, George W CIV USAF USAFA DF/DFEC" userId="1fb5875a-4594-4db2-80fb-f0db3de11280" providerId="ADAL" clId="{09330963-85FD-4C99-A81B-94D0EE5CFFEB}" dt="2026-03-05T22:36:35.379" v="13" actId="478"/>
          <ac:spMkLst>
            <pc:docMk/>
            <pc:sldMk cId="1501170907" sldId="256"/>
            <ac:spMk id="146" creationId="{69719632-7E59-F7B2-AEF4-E4C30AA0AEF2}"/>
          </ac:spMkLst>
        </pc:spChg>
        <pc:spChg chg="del">
          <ac:chgData name="York, George W CIV USAF USAFA DF/DFEC" userId="1fb5875a-4594-4db2-80fb-f0db3de11280" providerId="ADAL" clId="{09330963-85FD-4C99-A81B-94D0EE5CFFEB}" dt="2026-03-05T22:36:35.379" v="13" actId="478"/>
          <ac:spMkLst>
            <pc:docMk/>
            <pc:sldMk cId="1501170907" sldId="256"/>
            <ac:spMk id="148" creationId="{6432B689-7D1C-F807-6B45-D8272427DA3A}"/>
          </ac:spMkLst>
        </pc:spChg>
        <pc:spChg chg="del">
          <ac:chgData name="York, George W CIV USAF USAFA DF/DFEC" userId="1fb5875a-4594-4db2-80fb-f0db3de11280" providerId="ADAL" clId="{09330963-85FD-4C99-A81B-94D0EE5CFFEB}" dt="2026-03-05T22:36:35.379" v="13" actId="478"/>
          <ac:spMkLst>
            <pc:docMk/>
            <pc:sldMk cId="1501170907" sldId="256"/>
            <ac:spMk id="149" creationId="{831B5896-D57B-4667-02CD-6AAF11DEE5E2}"/>
          </ac:spMkLst>
        </pc:spChg>
        <pc:spChg chg="del">
          <ac:chgData name="York, George W CIV USAF USAFA DF/DFEC" userId="1fb5875a-4594-4db2-80fb-f0db3de11280" providerId="ADAL" clId="{09330963-85FD-4C99-A81B-94D0EE5CFFEB}" dt="2026-03-05T22:36:35.379" v="13" actId="478"/>
          <ac:spMkLst>
            <pc:docMk/>
            <pc:sldMk cId="1501170907" sldId="256"/>
            <ac:spMk id="151" creationId="{BC6DDD09-EA41-1470-2429-DBE27164913F}"/>
          </ac:spMkLst>
        </pc:spChg>
        <pc:spChg chg="del">
          <ac:chgData name="York, George W CIV USAF USAFA DF/DFEC" userId="1fb5875a-4594-4db2-80fb-f0db3de11280" providerId="ADAL" clId="{09330963-85FD-4C99-A81B-94D0EE5CFFEB}" dt="2026-03-05T22:36:35.379" v="13" actId="478"/>
          <ac:spMkLst>
            <pc:docMk/>
            <pc:sldMk cId="1501170907" sldId="256"/>
            <ac:spMk id="155" creationId="{75FA3F6B-D94A-A494-28FD-7D4F921979A2}"/>
          </ac:spMkLst>
        </pc:spChg>
        <pc:spChg chg="del">
          <ac:chgData name="York, George W CIV USAF USAFA DF/DFEC" userId="1fb5875a-4594-4db2-80fb-f0db3de11280" providerId="ADAL" clId="{09330963-85FD-4C99-A81B-94D0EE5CFFEB}" dt="2026-03-05T22:37:06.857" v="16" actId="478"/>
          <ac:spMkLst>
            <pc:docMk/>
            <pc:sldMk cId="1501170907" sldId="256"/>
            <ac:spMk id="160" creationId="{3BF5B236-4D8B-849D-0CDF-2CB1B5EE7284}"/>
          </ac:spMkLst>
        </pc:spChg>
        <pc:spChg chg="del">
          <ac:chgData name="York, George W CIV USAF USAFA DF/DFEC" userId="1fb5875a-4594-4db2-80fb-f0db3de11280" providerId="ADAL" clId="{09330963-85FD-4C99-A81B-94D0EE5CFFEB}" dt="2026-03-05T22:37:09.590" v="17" actId="478"/>
          <ac:spMkLst>
            <pc:docMk/>
            <pc:sldMk cId="1501170907" sldId="256"/>
            <ac:spMk id="161" creationId="{0E9784F2-B3AB-C0FA-FDFE-48C83AB9B12E}"/>
          </ac:spMkLst>
        </pc:spChg>
        <pc:spChg chg="add mod">
          <ac:chgData name="York, George W CIV USAF USAFA DF/DFEC" userId="1fb5875a-4594-4db2-80fb-f0db3de11280" providerId="ADAL" clId="{09330963-85FD-4C99-A81B-94D0EE5CFFEB}" dt="2026-03-05T22:37:02.711" v="15" actId="1076"/>
          <ac:spMkLst>
            <pc:docMk/>
            <pc:sldMk cId="1501170907" sldId="256"/>
            <ac:spMk id="184" creationId="{58EBC1B8-4825-3984-18AF-440ADACF2ABF}"/>
          </ac:spMkLst>
        </pc:spChg>
        <pc:spChg chg="add mod">
          <ac:chgData name="York, George W CIV USAF USAFA DF/DFEC" userId="1fb5875a-4594-4db2-80fb-f0db3de11280" providerId="ADAL" clId="{09330963-85FD-4C99-A81B-94D0EE5CFFEB}" dt="2026-03-05T22:37:02.711" v="15" actId="1076"/>
          <ac:spMkLst>
            <pc:docMk/>
            <pc:sldMk cId="1501170907" sldId="256"/>
            <ac:spMk id="189" creationId="{0E85AB3B-858D-5BF6-ED0E-B3C0624C86F7}"/>
          </ac:spMkLst>
        </pc:spChg>
        <pc:spChg chg="add mod">
          <ac:chgData name="York, George W CIV USAF USAFA DF/DFEC" userId="1fb5875a-4594-4db2-80fb-f0db3de11280" providerId="ADAL" clId="{09330963-85FD-4C99-A81B-94D0EE5CFFEB}" dt="2026-03-05T22:38:22.200" v="19" actId="1076"/>
          <ac:spMkLst>
            <pc:docMk/>
            <pc:sldMk cId="1501170907" sldId="256"/>
            <ac:spMk id="199" creationId="{5BBDEEB3-B3C4-1244-0A2C-DEAADDC8E330}"/>
          </ac:spMkLst>
        </pc:spChg>
        <pc:spChg chg="del">
          <ac:chgData name="York, George W CIV USAF USAFA DF/DFEC" userId="1fb5875a-4594-4db2-80fb-f0db3de11280" providerId="ADAL" clId="{09330963-85FD-4C99-A81B-94D0EE5CFFEB}" dt="2026-03-05T22:36:35.379" v="13" actId="478"/>
          <ac:spMkLst>
            <pc:docMk/>
            <pc:sldMk cId="1501170907" sldId="256"/>
            <ac:spMk id="270" creationId="{E335D321-53C8-872A-430E-7732E67F0A79}"/>
          </ac:spMkLst>
        </pc:spChg>
        <pc:grpChg chg="add mod">
          <ac:chgData name="York, George W CIV USAF USAFA DF/DFEC" userId="1fb5875a-4594-4db2-80fb-f0db3de11280" providerId="ADAL" clId="{09330963-85FD-4C99-A81B-94D0EE5CFFEB}" dt="2026-03-05T22:33:38.945" v="6" actId="1076"/>
          <ac:grpSpMkLst>
            <pc:docMk/>
            <pc:sldMk cId="1501170907" sldId="256"/>
            <ac:grpSpMk id="59" creationId="{A7BBB30E-D888-2009-5408-9916614F6B62}"/>
          </ac:grpSpMkLst>
        </pc:grpChg>
        <pc:grpChg chg="add mod">
          <ac:chgData name="York, George W CIV USAF USAFA DF/DFEC" userId="1fb5875a-4594-4db2-80fb-f0db3de11280" providerId="ADAL" clId="{09330963-85FD-4C99-A81B-94D0EE5CFFEB}" dt="2026-03-05T22:37:02.711" v="15" actId="1076"/>
          <ac:grpSpMkLst>
            <pc:docMk/>
            <pc:sldMk cId="1501170907" sldId="256"/>
            <ac:grpSpMk id="137" creationId="{8B5AEF34-ADB3-754B-DE80-ABD4D3F0450B}"/>
          </ac:grpSpMkLst>
        </pc:grpChg>
        <pc:picChg chg="add mod">
          <ac:chgData name="York, George W CIV USAF USAFA DF/DFEC" userId="1fb5875a-4594-4db2-80fb-f0db3de11280" providerId="ADAL" clId="{09330963-85FD-4C99-A81B-94D0EE5CFFEB}" dt="2026-03-05T22:32:55.650" v="2" actId="1076"/>
          <ac:picMkLst>
            <pc:docMk/>
            <pc:sldMk cId="1501170907" sldId="256"/>
            <ac:picMk id="52" creationId="{6A6C7C57-77EC-C685-E542-B85B64EC2272}"/>
          </ac:picMkLst>
        </pc:picChg>
        <pc:picChg chg="mod">
          <ac:chgData name="York, George W CIV USAF USAFA DF/DFEC" userId="1fb5875a-4594-4db2-80fb-f0db3de11280" providerId="ADAL" clId="{09330963-85FD-4C99-A81B-94D0EE5CFFEB}" dt="2026-03-05T22:33:30.055" v="5"/>
          <ac:picMkLst>
            <pc:docMk/>
            <pc:sldMk cId="1501170907" sldId="256"/>
            <ac:picMk id="66" creationId="{A404E675-8456-AD52-514C-9920A86819FF}"/>
          </ac:picMkLst>
        </pc:picChg>
        <pc:cxnChg chg="del">
          <ac:chgData name="York, George W CIV USAF USAFA DF/DFEC" userId="1fb5875a-4594-4db2-80fb-f0db3de11280" providerId="ADAL" clId="{09330963-85FD-4C99-A81B-94D0EE5CFFEB}" dt="2026-03-05T22:36:35.379" v="13" actId="478"/>
          <ac:cxnSpMkLst>
            <pc:docMk/>
            <pc:sldMk cId="1501170907" sldId="256"/>
            <ac:cxnSpMk id="36" creationId="{1EE0AD67-CB2F-1EA8-73F4-A610CE181BCB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32:55.650" v="2" actId="1076"/>
          <ac:cxnSpMkLst>
            <pc:docMk/>
            <pc:sldMk cId="1501170907" sldId="256"/>
            <ac:cxnSpMk id="57" creationId="{C6FDD443-491D-B8C9-0359-814E397D9C25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32:55.650" v="2" actId="1076"/>
          <ac:cxnSpMkLst>
            <pc:docMk/>
            <pc:sldMk cId="1501170907" sldId="256"/>
            <ac:cxnSpMk id="58" creationId="{6F75C507-0674-59E5-259C-2F94883C5048}"/>
          </ac:cxnSpMkLst>
        </pc:cxnChg>
        <pc:cxnChg chg="mod">
          <ac:chgData name="York, George W CIV USAF USAFA DF/DFEC" userId="1fb5875a-4594-4db2-80fb-f0db3de11280" providerId="ADAL" clId="{09330963-85FD-4C99-A81B-94D0EE5CFFEB}" dt="2026-03-05T22:33:30.055" v="5"/>
          <ac:cxnSpMkLst>
            <pc:docMk/>
            <pc:sldMk cId="1501170907" sldId="256"/>
            <ac:cxnSpMk id="67" creationId="{E2589DE8-97EF-80AF-BA79-119014A37941}"/>
          </ac:cxnSpMkLst>
        </pc:cxnChg>
        <pc:cxnChg chg="mod">
          <ac:chgData name="York, George W CIV USAF USAFA DF/DFEC" userId="1fb5875a-4594-4db2-80fb-f0db3de11280" providerId="ADAL" clId="{09330963-85FD-4C99-A81B-94D0EE5CFFEB}" dt="2026-03-05T22:33:30.055" v="5"/>
          <ac:cxnSpMkLst>
            <pc:docMk/>
            <pc:sldMk cId="1501170907" sldId="256"/>
            <ac:cxnSpMk id="75" creationId="{DD16B353-8132-284E-F417-41F2A2DEDC16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34:07.944" v="9" actId="1076"/>
          <ac:cxnSpMkLst>
            <pc:docMk/>
            <pc:sldMk cId="1501170907" sldId="256"/>
            <ac:cxnSpMk id="78" creationId="{C0897BF0-6C1F-2380-907E-3CFD22113357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34:07.944" v="9" actId="1076"/>
          <ac:cxnSpMkLst>
            <pc:docMk/>
            <pc:sldMk cId="1501170907" sldId="256"/>
            <ac:cxnSpMk id="80" creationId="{3211B8BE-2D5F-DC40-493A-A011203B18F9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34:07.944" v="9" actId="1076"/>
          <ac:cxnSpMkLst>
            <pc:docMk/>
            <pc:sldMk cId="1501170907" sldId="256"/>
            <ac:cxnSpMk id="86" creationId="{2999216A-F5BD-5C3B-C483-7A84E97A2C87}"/>
          </ac:cxnSpMkLst>
        </pc:cxnChg>
        <pc:cxnChg chg="del">
          <ac:chgData name="York, George W CIV USAF USAFA DF/DFEC" userId="1fb5875a-4594-4db2-80fb-f0db3de11280" providerId="ADAL" clId="{09330963-85FD-4C99-A81B-94D0EE5CFFEB}" dt="2026-03-05T22:32:49.073" v="0" actId="478"/>
          <ac:cxnSpMkLst>
            <pc:docMk/>
            <pc:sldMk cId="1501170907" sldId="256"/>
            <ac:cxnSpMk id="105" creationId="{96194351-1F6F-6ECD-551A-2B077972FE1F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36:14.760" v="12" actId="1076"/>
          <ac:cxnSpMkLst>
            <pc:docMk/>
            <pc:sldMk cId="1501170907" sldId="256"/>
            <ac:cxnSpMk id="106" creationId="{CE17DD74-D95F-A684-5F8D-79C75CBE937A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36:14.760" v="12" actId="1076"/>
          <ac:cxnSpMkLst>
            <pc:docMk/>
            <pc:sldMk cId="1501170907" sldId="256"/>
            <ac:cxnSpMk id="109" creationId="{2EE93D9E-E510-40BC-F5F1-AAE75522A320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36:14.760" v="12" actId="1076"/>
          <ac:cxnSpMkLst>
            <pc:docMk/>
            <pc:sldMk cId="1501170907" sldId="256"/>
            <ac:cxnSpMk id="110" creationId="{24CA2D82-8BE4-31B9-200E-D75DD793007C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37:02.711" v="15" actId="1076"/>
          <ac:cxnSpMkLst>
            <pc:docMk/>
            <pc:sldMk cId="1501170907" sldId="256"/>
            <ac:cxnSpMk id="121" creationId="{C3290510-9088-6A3E-5DFA-AEBEB6FBD1A1}"/>
          </ac:cxnSpMkLst>
        </pc:cxnChg>
        <pc:cxnChg chg="mod">
          <ac:chgData name="York, George W CIV USAF USAFA DF/DFEC" userId="1fb5875a-4594-4db2-80fb-f0db3de11280" providerId="ADAL" clId="{09330963-85FD-4C99-A81B-94D0EE5CFFEB}" dt="2026-03-05T22:36:51.305" v="14"/>
          <ac:cxnSpMkLst>
            <pc:docMk/>
            <pc:sldMk cId="1501170907" sldId="256"/>
            <ac:cxnSpMk id="140" creationId="{1CDC5C6D-A82B-99F5-6FC5-EEDD54CCF190}"/>
          </ac:cxnSpMkLst>
        </pc:cxnChg>
        <pc:cxnChg chg="mod">
          <ac:chgData name="York, George W CIV USAF USAFA DF/DFEC" userId="1fb5875a-4594-4db2-80fb-f0db3de11280" providerId="ADAL" clId="{09330963-85FD-4C99-A81B-94D0EE5CFFEB}" dt="2026-03-05T22:36:51.305" v="14"/>
          <ac:cxnSpMkLst>
            <pc:docMk/>
            <pc:sldMk cId="1501170907" sldId="256"/>
            <ac:cxnSpMk id="144" creationId="{735B5BAB-BBDC-4A8E-3A36-97A6349BBE95}"/>
          </ac:cxnSpMkLst>
        </pc:cxnChg>
        <pc:cxnChg chg="del">
          <ac:chgData name="York, George W CIV USAF USAFA DF/DFEC" userId="1fb5875a-4594-4db2-80fb-f0db3de11280" providerId="ADAL" clId="{09330963-85FD-4C99-A81B-94D0EE5CFFEB}" dt="2026-03-05T22:36:35.379" v="13" actId="478"/>
          <ac:cxnSpMkLst>
            <pc:docMk/>
            <pc:sldMk cId="1501170907" sldId="256"/>
            <ac:cxnSpMk id="156" creationId="{4E8E377D-848A-C4CD-E531-28E5114DF352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37:02.711" v="15" actId="1076"/>
          <ac:cxnSpMkLst>
            <pc:docMk/>
            <pc:sldMk cId="1501170907" sldId="256"/>
            <ac:cxnSpMk id="174" creationId="{73CA6134-70D5-34FA-00BD-59378BC13DD1}"/>
          </ac:cxnSpMkLst>
        </pc:cxnChg>
        <pc:cxnChg chg="mod">
          <ac:chgData name="York, George W CIV USAF USAFA DF/DFEC" userId="1fb5875a-4594-4db2-80fb-f0db3de11280" providerId="ADAL" clId="{09330963-85FD-4C99-A81B-94D0EE5CFFEB}" dt="2026-03-05T22:37:02.711" v="15" actId="1076"/>
          <ac:cxnSpMkLst>
            <pc:docMk/>
            <pc:sldMk cId="1501170907" sldId="256"/>
            <ac:cxnSpMk id="187" creationId="{0D200FF7-E333-ACB1-85A2-D9AC30E6FCDF}"/>
          </ac:cxnSpMkLst>
        </pc:cxnChg>
        <pc:cxnChg chg="mod">
          <ac:chgData name="York, George W CIV USAF USAFA DF/DFEC" userId="1fb5875a-4594-4db2-80fb-f0db3de11280" providerId="ADAL" clId="{09330963-85FD-4C99-A81B-94D0EE5CFFEB}" dt="2026-03-05T22:37:02.711" v="15" actId="1076"/>
          <ac:cxnSpMkLst>
            <pc:docMk/>
            <pc:sldMk cId="1501170907" sldId="256"/>
            <ac:cxnSpMk id="198" creationId="{E418A0F2-C32C-CA49-AA0F-30FCCCAA2766}"/>
          </ac:cxnSpMkLst>
        </pc:cxnChg>
        <pc:cxnChg chg="del">
          <ac:chgData name="York, George W CIV USAF USAFA DF/DFEC" userId="1fb5875a-4594-4db2-80fb-f0db3de11280" providerId="ADAL" clId="{09330963-85FD-4C99-A81B-94D0EE5CFFEB}" dt="2026-03-05T22:33:29.304" v="4" actId="478"/>
          <ac:cxnSpMkLst>
            <pc:docMk/>
            <pc:sldMk cId="1501170907" sldId="256"/>
            <ac:cxnSpMk id="245" creationId="{44285445-3673-F463-34B1-B7F351676027}"/>
          </ac:cxnSpMkLst>
        </pc:cxnChg>
        <pc:cxnChg chg="del">
          <ac:chgData name="York, George W CIV USAF USAFA DF/DFEC" userId="1fb5875a-4594-4db2-80fb-f0db3de11280" providerId="ADAL" clId="{09330963-85FD-4C99-A81B-94D0EE5CFFEB}" dt="2026-03-05T22:36:08.988" v="10" actId="478"/>
          <ac:cxnSpMkLst>
            <pc:docMk/>
            <pc:sldMk cId="1501170907" sldId="256"/>
            <ac:cxnSpMk id="275" creationId="{FF5E826E-C5DA-266A-3DEA-9D97594449EE}"/>
          </ac:cxnSpMkLst>
        </pc:cxnChg>
        <pc:cxnChg chg="del">
          <ac:chgData name="York, George W CIV USAF USAFA DF/DFEC" userId="1fb5875a-4594-4db2-80fb-f0db3de11280" providerId="ADAL" clId="{09330963-85FD-4C99-A81B-94D0EE5CFFEB}" dt="2026-03-05T22:34:02.253" v="7" actId="478"/>
          <ac:cxnSpMkLst>
            <pc:docMk/>
            <pc:sldMk cId="1501170907" sldId="256"/>
            <ac:cxnSpMk id="315" creationId="{CC2E6CF6-7F9B-DF2E-8401-A11C6FFE7D1D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93299-5041-75C6-017B-30BC5A7703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D5B8DF-234E-2565-8A74-EC4222DD8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057E2-614B-D8D3-DAFD-EB72441E8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D690C6-9279-0175-F287-5CC57F0F3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997C7-E9F4-F1AF-9589-55C8A58F5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315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C697-D311-D3F4-746D-9512D58A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9517B-7E5A-43C5-AFA7-CA8FAD4DD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651C59-7FDA-699E-57AD-CD4F8B7B5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33E41-82A1-9D05-F8BB-7CBEB4AED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5BC14-12CB-B85A-903B-B6B3E5C79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718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FBDC1-63DB-A261-8B23-4DB5378B6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65E3A-3EBC-4A5E-B2B6-C98ADB8871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56D6BF-0ABC-0A1E-2556-6181195E5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5CF61C-418D-55F8-1B7C-FE7BEF28A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E840A-E96E-07C4-96F6-A07EDA8D3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956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1E5CC-0588-6BDA-D14C-7841AE213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9EAD0-6884-D842-3703-5940E1F302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5165D7-E4D0-6E62-7410-8DD685ED13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637052-AB9E-16C3-06EB-11FD36635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0E6E59-D0C1-59C6-AECF-05F568FA3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6E6FBB-64A9-ACBE-39EC-C8D5F230D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511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3D773-A9B5-CAE2-7A49-D74CDCCD9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D8187-78C8-5A5F-AA62-B2B189686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4D96B-C717-D46C-BA87-BE57D3E584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4135A0-3376-3CEC-BE24-0142BE8DBE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C3AC10-421B-C35A-B933-38881A6F5E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37917C-0CC4-4F40-CED8-E47FEAF9F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DFAFCF-F24B-F467-EE20-6295A7E0C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67A846-92AC-6BF7-0A06-104B81E38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01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CAF6E-DCF2-8CBC-0A12-19FBFECE0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1BD701-32A0-96D1-647C-B494D9288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753AA-0B6F-1296-7C13-668735B26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3892D3-3E5D-4D55-9820-26F146551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843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379F85-5DE8-E547-90AD-EA619EAF0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9E778A-56AF-B474-3FA7-E1C69EC04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F13C4-15EC-1F25-AA88-0E7F792CE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932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0C723-D383-8BBE-4335-E9AC5A8A5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8FEE8-EA2C-0896-1608-DD49A5F88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A10344-FE72-8D2C-2A7A-98D16F4222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EF8B27-B0FB-3AC9-EE50-116F5890B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0BE820-C4D0-A9B9-3984-64D0AEFD7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1FF1BD-E095-E09D-35E0-8B5632EE7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690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0EAEC-5F14-6769-2CA4-40366A78D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DC298D-F147-E7D7-A1EB-D18A0AE668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660A7D-1C77-2BB1-E9DF-A6BFBADA0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20A765-EAFF-C2C5-315F-08EA81987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E76CCC-11A5-2B7F-114C-9486DDFA0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B36D6A-8D27-FCE0-0A3F-E85DD5B5C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449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82B3E-D736-AF83-EE9F-13F94B5CB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2EFD6A-15AB-A3D9-68C9-10A1DA0FE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51C672-7AE0-6E8E-C3A7-6298D90DD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8457A-275A-9FF2-74DF-D9ECDF2D9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0FC87-DE10-893D-ED45-023BD9C81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031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E2E4A7-F30E-A229-C8B2-EFAA9BEB1E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D79462-7BAC-5207-FD65-DA6583A52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860B-1B0A-B930-D2DD-993523E71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FC0B7-78D5-E67F-FC88-5D255F29E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F8B40-7A68-DFDB-BD83-6B27D6BB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7012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1CEFFF-13F7-262B-B970-735F2F0D4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74BEF5-8A79-A960-F86F-B92A2C4A2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E2C7EF-1281-E6F3-8101-E7427E5E50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AFF834-1BEC-4F95-9622-28B5DCC1FE16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DAC2B-E565-9204-1CEB-303278FA4A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788FD1-1743-4E35-DD86-376C42FB33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391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 89">
            <a:extLst>
              <a:ext uri="{FF2B5EF4-FFF2-40B4-BE49-F238E27FC236}">
                <a16:creationId xmlns:a16="http://schemas.microsoft.com/office/drawing/2014/main" id="{E5E3C8FC-BB27-8EAD-AA8B-33B131880EBA}"/>
              </a:ext>
            </a:extLst>
          </p:cNvPr>
          <p:cNvSpPr/>
          <p:nvPr/>
        </p:nvSpPr>
        <p:spPr>
          <a:xfrm>
            <a:off x="3538057" y="3099557"/>
            <a:ext cx="865785" cy="124341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55267A-D19E-887C-DE49-0FCC56FF700B}"/>
              </a:ext>
            </a:extLst>
          </p:cNvPr>
          <p:cNvSpPr txBox="1"/>
          <p:nvPr/>
        </p:nvSpPr>
        <p:spPr>
          <a:xfrm>
            <a:off x="3825240" y="82040"/>
            <a:ext cx="48104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Stage 4. RISC-V 5-cycle Pipeline Architecture</a:t>
            </a:r>
          </a:p>
          <a:p>
            <a:pPr algn="ctr"/>
            <a:r>
              <a:rPr lang="en-US" sz="1200" b="1" dirty="0"/>
              <a:t>Forwarding / Earlier Branch Decision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224797-49E0-B67E-FC03-3154A41834EF}"/>
              </a:ext>
            </a:extLst>
          </p:cNvPr>
          <p:cNvSpPr txBox="1"/>
          <p:nvPr/>
        </p:nvSpPr>
        <p:spPr>
          <a:xfrm>
            <a:off x="389615" y="591970"/>
            <a:ext cx="15564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Instruction Fetch (IF)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02132D-A974-B4EB-7900-F8BED8A09AB0}"/>
              </a:ext>
            </a:extLst>
          </p:cNvPr>
          <p:cNvSpPr txBox="1"/>
          <p:nvPr/>
        </p:nvSpPr>
        <p:spPr>
          <a:xfrm>
            <a:off x="3072930" y="623773"/>
            <a:ext cx="18140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Instruction Decode (ID) /</a:t>
            </a:r>
          </a:p>
          <a:p>
            <a:pPr algn="ctr"/>
            <a:r>
              <a:rPr lang="en-US" sz="1200" dirty="0"/>
              <a:t>Register Fetch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E2FF47-5A2B-0305-FCBA-6E39C9831663}"/>
              </a:ext>
            </a:extLst>
          </p:cNvPr>
          <p:cNvSpPr txBox="1"/>
          <p:nvPr/>
        </p:nvSpPr>
        <p:spPr>
          <a:xfrm>
            <a:off x="5804838" y="607871"/>
            <a:ext cx="1090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Execute (EX) /</a:t>
            </a:r>
          </a:p>
          <a:p>
            <a:pPr algn="ctr"/>
            <a:r>
              <a:rPr lang="en-US" sz="1200" dirty="0"/>
              <a:t>Address Calc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A752A1-6D5B-3A06-E499-B8A91491317E}"/>
              </a:ext>
            </a:extLst>
          </p:cNvPr>
          <p:cNvSpPr txBox="1"/>
          <p:nvPr/>
        </p:nvSpPr>
        <p:spPr>
          <a:xfrm>
            <a:off x="7813021" y="591969"/>
            <a:ext cx="16937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Memory Access (MEM)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80E26C-B122-EBF8-1BAE-F14C52F6765D}"/>
              </a:ext>
            </a:extLst>
          </p:cNvPr>
          <p:cNvSpPr txBox="1"/>
          <p:nvPr/>
        </p:nvSpPr>
        <p:spPr>
          <a:xfrm>
            <a:off x="10341685" y="591969"/>
            <a:ext cx="1255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Write Back (WB)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CBA6833-C633-E5C9-7E4C-C120C994AEAE}"/>
              </a:ext>
            </a:extLst>
          </p:cNvPr>
          <p:cNvCxnSpPr>
            <a:cxnSpLocks/>
          </p:cNvCxnSpPr>
          <p:nvPr/>
        </p:nvCxnSpPr>
        <p:spPr>
          <a:xfrm flipH="1">
            <a:off x="2638258" y="1862975"/>
            <a:ext cx="1327" cy="305320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EC90484-36CB-4907-076A-02E3D3D32D1E}"/>
              </a:ext>
            </a:extLst>
          </p:cNvPr>
          <p:cNvCxnSpPr/>
          <p:nvPr/>
        </p:nvCxnSpPr>
        <p:spPr>
          <a:xfrm>
            <a:off x="5506905" y="1862975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260DFE6-5315-9AC9-190B-7C588133F608}"/>
              </a:ext>
            </a:extLst>
          </p:cNvPr>
          <p:cNvCxnSpPr/>
          <p:nvPr/>
        </p:nvCxnSpPr>
        <p:spPr>
          <a:xfrm>
            <a:off x="7561948" y="1862975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5519404-0CCB-B1DC-032D-7F61334BD5A1}"/>
              </a:ext>
            </a:extLst>
          </p:cNvPr>
          <p:cNvCxnSpPr/>
          <p:nvPr/>
        </p:nvCxnSpPr>
        <p:spPr>
          <a:xfrm>
            <a:off x="10069478" y="1862975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7F1C8A5-1E03-D3EE-A0CD-31E6BF30CE41}"/>
              </a:ext>
            </a:extLst>
          </p:cNvPr>
          <p:cNvSpPr/>
          <p:nvPr/>
        </p:nvSpPr>
        <p:spPr>
          <a:xfrm>
            <a:off x="532490" y="3100279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D1EBFC-D10E-E8FA-702E-C2055631644E}"/>
              </a:ext>
            </a:extLst>
          </p:cNvPr>
          <p:cNvSpPr txBox="1"/>
          <p:nvPr/>
        </p:nvSpPr>
        <p:spPr>
          <a:xfrm>
            <a:off x="510696" y="3409622"/>
            <a:ext cx="34657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PC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2E83A9E-00CB-A2F8-9F98-DB66FE846D2B}"/>
              </a:ext>
            </a:extLst>
          </p:cNvPr>
          <p:cNvGrpSpPr/>
          <p:nvPr/>
        </p:nvGrpSpPr>
        <p:grpSpPr>
          <a:xfrm>
            <a:off x="1359409" y="2462605"/>
            <a:ext cx="292770" cy="637674"/>
            <a:chOff x="1074820" y="1507958"/>
            <a:chExt cx="292770" cy="63767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7FA9A5B-CB84-2EB0-E546-86EC440B72D5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E5C77C1-9CF9-1E16-50F7-97165BEA36DD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4B8CDA6-2762-C4F5-462F-1DFB1F8AD3FF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02FE24B-5DF0-F485-4D3C-1274E51657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95975B7-C231-726E-F036-03E868A2B0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8EF4851-5EED-A8DF-0BFA-2D36255F2F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DE1BB0F-7F44-AAB3-DDC6-D559EF8CF86E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89779250-CCA9-E70F-BB44-4BF6A6DFE9DB}"/>
              </a:ext>
            </a:extLst>
          </p:cNvPr>
          <p:cNvSpPr/>
          <p:nvPr/>
        </p:nvSpPr>
        <p:spPr>
          <a:xfrm>
            <a:off x="1136475" y="3303944"/>
            <a:ext cx="678789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71C18F-2509-EE4D-4CCF-671D6132B81A}"/>
              </a:ext>
            </a:extLst>
          </p:cNvPr>
          <p:cNvSpPr txBox="1"/>
          <p:nvPr/>
        </p:nvSpPr>
        <p:spPr>
          <a:xfrm>
            <a:off x="1081369" y="351851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Instruction</a:t>
            </a:r>
          </a:p>
          <a:p>
            <a:pPr algn="ctr"/>
            <a:r>
              <a:rPr lang="en-US" sz="1000" dirty="0"/>
              <a:t>Memory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62F0744-F252-2E57-E70D-46D638EDC959}"/>
              </a:ext>
            </a:extLst>
          </p:cNvPr>
          <p:cNvSpPr/>
          <p:nvPr/>
        </p:nvSpPr>
        <p:spPr>
          <a:xfrm>
            <a:off x="1976172" y="3303944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66E3533-5E8E-745F-D8F5-A23CE9ABD26D}"/>
              </a:ext>
            </a:extLst>
          </p:cNvPr>
          <p:cNvSpPr txBox="1"/>
          <p:nvPr/>
        </p:nvSpPr>
        <p:spPr>
          <a:xfrm>
            <a:off x="1983880" y="3613287"/>
            <a:ext cx="29527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IR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E2B66EC-2BE1-E44E-7373-F40AC05C62C6}"/>
              </a:ext>
            </a:extLst>
          </p:cNvPr>
          <p:cNvSpPr/>
          <p:nvPr/>
        </p:nvSpPr>
        <p:spPr>
          <a:xfrm>
            <a:off x="1988550" y="2345834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1A2BC1-FBC0-F6F1-4CF7-DA1BFBA2B724}"/>
              </a:ext>
            </a:extLst>
          </p:cNvPr>
          <p:cNvSpPr txBox="1"/>
          <p:nvPr/>
        </p:nvSpPr>
        <p:spPr>
          <a:xfrm>
            <a:off x="1921674" y="266577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NPC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985C22F-9117-9276-318F-953E57303C7F}"/>
              </a:ext>
            </a:extLst>
          </p:cNvPr>
          <p:cNvCxnSpPr/>
          <p:nvPr/>
        </p:nvCxnSpPr>
        <p:spPr>
          <a:xfrm>
            <a:off x="1181601" y="2994000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DEFB51DF-C201-E15E-5AC3-33F19BCD98C8}"/>
              </a:ext>
            </a:extLst>
          </p:cNvPr>
          <p:cNvSpPr txBox="1"/>
          <p:nvPr/>
        </p:nvSpPr>
        <p:spPr>
          <a:xfrm>
            <a:off x="978691" y="2868020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4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0DC1730-2DC8-EE14-BF4C-B0BDADDC0FF1}"/>
              </a:ext>
            </a:extLst>
          </p:cNvPr>
          <p:cNvCxnSpPr/>
          <p:nvPr/>
        </p:nvCxnSpPr>
        <p:spPr>
          <a:xfrm>
            <a:off x="1181601" y="256888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59943FA-4B6F-768D-06C0-4089702D09F7}"/>
              </a:ext>
            </a:extLst>
          </p:cNvPr>
          <p:cNvCxnSpPr>
            <a:cxnSpLocks/>
            <a:endCxn id="45" idx="1"/>
          </p:cNvCxnSpPr>
          <p:nvPr/>
        </p:nvCxnSpPr>
        <p:spPr>
          <a:xfrm flipV="1">
            <a:off x="1651248" y="2778289"/>
            <a:ext cx="337302" cy="1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C2E7DC4-844A-C5EA-DE17-84B5DF7297B8}"/>
              </a:ext>
            </a:extLst>
          </p:cNvPr>
          <p:cNvCxnSpPr/>
          <p:nvPr/>
        </p:nvCxnSpPr>
        <p:spPr>
          <a:xfrm>
            <a:off x="1806072" y="3735756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49D7864-D93C-BF99-66FF-D2C4F2C00D63}"/>
              </a:ext>
            </a:extLst>
          </p:cNvPr>
          <p:cNvCxnSpPr>
            <a:cxnSpLocks/>
          </p:cNvCxnSpPr>
          <p:nvPr/>
        </p:nvCxnSpPr>
        <p:spPr>
          <a:xfrm>
            <a:off x="835472" y="3571106"/>
            <a:ext cx="2988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242732E-8C7A-B59A-A71F-EE6E1C3473D7}"/>
              </a:ext>
            </a:extLst>
          </p:cNvPr>
          <p:cNvCxnSpPr/>
          <p:nvPr/>
        </p:nvCxnSpPr>
        <p:spPr>
          <a:xfrm>
            <a:off x="934575" y="2568884"/>
            <a:ext cx="0" cy="10022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8974812-60ED-4172-D124-4A8113D87693}"/>
              </a:ext>
            </a:extLst>
          </p:cNvPr>
          <p:cNvCxnSpPr/>
          <p:nvPr/>
        </p:nvCxnSpPr>
        <p:spPr>
          <a:xfrm flipH="1">
            <a:off x="932949" y="2568884"/>
            <a:ext cx="24865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051380C-7AC3-E614-919E-D239B7148F90}"/>
              </a:ext>
            </a:extLst>
          </p:cNvPr>
          <p:cNvCxnSpPr/>
          <p:nvPr/>
        </p:nvCxnSpPr>
        <p:spPr>
          <a:xfrm>
            <a:off x="354682" y="3571106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43D81353-E0D4-11A6-8251-372780A9E3C4}"/>
              </a:ext>
            </a:extLst>
          </p:cNvPr>
          <p:cNvSpPr/>
          <p:nvPr/>
        </p:nvSpPr>
        <p:spPr>
          <a:xfrm>
            <a:off x="1077442" y="4916175"/>
            <a:ext cx="678789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E8D0138-4B77-FFA4-8FF2-FD84E92B36C9}"/>
              </a:ext>
            </a:extLst>
          </p:cNvPr>
          <p:cNvSpPr txBox="1"/>
          <p:nvPr/>
        </p:nvSpPr>
        <p:spPr>
          <a:xfrm>
            <a:off x="1115312" y="5130750"/>
            <a:ext cx="6030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Control</a:t>
            </a:r>
          </a:p>
          <a:p>
            <a:pPr algn="ctr"/>
            <a:r>
              <a:rPr lang="en-US" sz="1000" dirty="0"/>
              <a:t>Unit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0E5928D-8B59-DB64-4689-8B8A1D94A22C}"/>
              </a:ext>
            </a:extLst>
          </p:cNvPr>
          <p:cNvSpPr/>
          <p:nvPr/>
        </p:nvSpPr>
        <p:spPr>
          <a:xfrm>
            <a:off x="1995038" y="5834586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7C1290-2996-9401-3AC2-06CF5A8F9D57}"/>
              </a:ext>
            </a:extLst>
          </p:cNvPr>
          <p:cNvSpPr txBox="1"/>
          <p:nvPr/>
        </p:nvSpPr>
        <p:spPr>
          <a:xfrm>
            <a:off x="1917139" y="6012514"/>
            <a:ext cx="458780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ALU</a:t>
            </a:r>
          </a:p>
          <a:p>
            <a:pPr algn="ctr"/>
            <a:r>
              <a:rPr lang="en-US" sz="900" dirty="0"/>
              <a:t>CNTL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72D0DCE7-42C6-8F85-8B9C-A00EF9724EBB}"/>
              </a:ext>
            </a:extLst>
          </p:cNvPr>
          <p:cNvCxnSpPr/>
          <p:nvPr/>
        </p:nvCxnSpPr>
        <p:spPr>
          <a:xfrm>
            <a:off x="905315" y="5388092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458AD97-7803-3315-AF03-8F40DF1BD335}"/>
              </a:ext>
            </a:extLst>
          </p:cNvPr>
          <p:cNvCxnSpPr/>
          <p:nvPr/>
        </p:nvCxnSpPr>
        <p:spPr>
          <a:xfrm>
            <a:off x="2298020" y="6246154"/>
            <a:ext cx="17780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2F3C86-53F2-D75C-D209-C94C59ADC93E}"/>
              </a:ext>
            </a:extLst>
          </p:cNvPr>
          <p:cNvCxnSpPr>
            <a:cxnSpLocks/>
          </p:cNvCxnSpPr>
          <p:nvPr/>
        </p:nvCxnSpPr>
        <p:spPr>
          <a:xfrm>
            <a:off x="1765164" y="6123892"/>
            <a:ext cx="2298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5DE6B25-B7FD-82FD-51BE-1AB615A6B635}"/>
              </a:ext>
            </a:extLst>
          </p:cNvPr>
          <p:cNvCxnSpPr>
            <a:stCxn id="43" idx="3"/>
          </p:cNvCxnSpPr>
          <p:nvPr/>
        </p:nvCxnSpPr>
        <p:spPr>
          <a:xfrm flipV="1">
            <a:off x="2279154" y="3735756"/>
            <a:ext cx="149721" cy="6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57589EA-2600-0EE7-5D7E-FFA354A03D39}"/>
              </a:ext>
            </a:extLst>
          </p:cNvPr>
          <p:cNvCxnSpPr>
            <a:cxnSpLocks/>
          </p:cNvCxnSpPr>
          <p:nvPr/>
        </p:nvCxnSpPr>
        <p:spPr>
          <a:xfrm>
            <a:off x="905315" y="4554736"/>
            <a:ext cx="0" cy="2067724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95633958-DAF6-D732-2373-3901093A51FA}"/>
              </a:ext>
            </a:extLst>
          </p:cNvPr>
          <p:cNvCxnSpPr>
            <a:cxnSpLocks/>
          </p:cNvCxnSpPr>
          <p:nvPr/>
        </p:nvCxnSpPr>
        <p:spPr>
          <a:xfrm>
            <a:off x="905315" y="4546715"/>
            <a:ext cx="1523560" cy="802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4B6F7810-982D-2B77-AC93-0E1947AF6544}"/>
              </a:ext>
            </a:extLst>
          </p:cNvPr>
          <p:cNvCxnSpPr>
            <a:cxnSpLocks/>
          </p:cNvCxnSpPr>
          <p:nvPr/>
        </p:nvCxnSpPr>
        <p:spPr>
          <a:xfrm>
            <a:off x="2428875" y="3314775"/>
            <a:ext cx="0" cy="123996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F54A266D-F4C6-7070-9203-F459E46AE102}"/>
              </a:ext>
            </a:extLst>
          </p:cNvPr>
          <p:cNvCxnSpPr>
            <a:cxnSpLocks/>
          </p:cNvCxnSpPr>
          <p:nvPr/>
        </p:nvCxnSpPr>
        <p:spPr>
          <a:xfrm>
            <a:off x="1763837" y="5388092"/>
            <a:ext cx="47582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333EE89-68AF-712F-BEF3-4270A403DD6C}"/>
              </a:ext>
            </a:extLst>
          </p:cNvPr>
          <p:cNvSpPr txBox="1"/>
          <p:nvPr/>
        </p:nvSpPr>
        <p:spPr>
          <a:xfrm>
            <a:off x="3630763" y="3068554"/>
            <a:ext cx="699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Registers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1AE12B1-7545-1454-6C3C-AB92CE68BA32}"/>
              </a:ext>
            </a:extLst>
          </p:cNvPr>
          <p:cNvSpPr txBox="1"/>
          <p:nvPr/>
        </p:nvSpPr>
        <p:spPr>
          <a:xfrm>
            <a:off x="3480618" y="3294127"/>
            <a:ext cx="34015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rs1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D30ED51-6ECC-1E79-E116-A0B4491B4CEE}"/>
              </a:ext>
            </a:extLst>
          </p:cNvPr>
          <p:cNvSpPr txBox="1"/>
          <p:nvPr/>
        </p:nvSpPr>
        <p:spPr>
          <a:xfrm>
            <a:off x="3472911" y="3507191"/>
            <a:ext cx="34015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rs2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D272481-4C37-B8F1-EC3A-AFDE741A0241}"/>
              </a:ext>
            </a:extLst>
          </p:cNvPr>
          <p:cNvSpPr txBox="1"/>
          <p:nvPr/>
        </p:nvSpPr>
        <p:spPr>
          <a:xfrm>
            <a:off x="3487232" y="3725539"/>
            <a:ext cx="28725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rd</a:t>
            </a:r>
            <a:endParaRPr lang="en-US" sz="9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561CD7D-9C78-AF40-DA46-A961D099BBAC}"/>
              </a:ext>
            </a:extLst>
          </p:cNvPr>
          <p:cNvSpPr txBox="1"/>
          <p:nvPr/>
        </p:nvSpPr>
        <p:spPr>
          <a:xfrm>
            <a:off x="3476206" y="3947632"/>
            <a:ext cx="5517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data_in</a:t>
            </a:r>
            <a:endParaRPr lang="en-US" sz="9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B7A2420-3BF4-06F5-C94F-24FA12BE23C4}"/>
              </a:ext>
            </a:extLst>
          </p:cNvPr>
          <p:cNvSpPr txBox="1"/>
          <p:nvPr/>
        </p:nvSpPr>
        <p:spPr>
          <a:xfrm>
            <a:off x="3986471" y="3471617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53E35CA-0236-A05F-53D0-1E8A84D64527}"/>
              </a:ext>
            </a:extLst>
          </p:cNvPr>
          <p:cNvSpPr txBox="1"/>
          <p:nvPr/>
        </p:nvSpPr>
        <p:spPr>
          <a:xfrm>
            <a:off x="3979857" y="3734277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dout2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54430F1D-2781-5846-8B40-4AA2EF16F7DF}"/>
              </a:ext>
            </a:extLst>
          </p:cNvPr>
          <p:cNvCxnSpPr>
            <a:cxnSpLocks/>
          </p:cNvCxnSpPr>
          <p:nvPr/>
        </p:nvCxnSpPr>
        <p:spPr>
          <a:xfrm flipV="1">
            <a:off x="4401834" y="3840955"/>
            <a:ext cx="1433720" cy="87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2BF0F484-4DF4-2533-8B03-F090046F1463}"/>
              </a:ext>
            </a:extLst>
          </p:cNvPr>
          <p:cNvCxnSpPr>
            <a:cxnSpLocks/>
          </p:cNvCxnSpPr>
          <p:nvPr/>
        </p:nvCxnSpPr>
        <p:spPr>
          <a:xfrm flipV="1">
            <a:off x="2428875" y="3409543"/>
            <a:ext cx="1108177" cy="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F773D457-1D45-45DC-597B-F39E1DA08775}"/>
              </a:ext>
            </a:extLst>
          </p:cNvPr>
          <p:cNvCxnSpPr>
            <a:cxnSpLocks/>
          </p:cNvCxnSpPr>
          <p:nvPr/>
        </p:nvCxnSpPr>
        <p:spPr>
          <a:xfrm>
            <a:off x="2428875" y="3622607"/>
            <a:ext cx="110163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77B65014-ADFF-C974-2427-EBBA0A442924}"/>
              </a:ext>
            </a:extLst>
          </p:cNvPr>
          <p:cNvCxnSpPr>
            <a:cxnSpLocks/>
          </p:cNvCxnSpPr>
          <p:nvPr/>
        </p:nvCxnSpPr>
        <p:spPr>
          <a:xfrm>
            <a:off x="2428875" y="3840955"/>
            <a:ext cx="1102156" cy="2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4A9A0FA7-729C-BA90-755B-B07A92FEFF53}"/>
              </a:ext>
            </a:extLst>
          </p:cNvPr>
          <p:cNvSpPr txBox="1"/>
          <p:nvPr/>
        </p:nvSpPr>
        <p:spPr>
          <a:xfrm>
            <a:off x="3480618" y="4120669"/>
            <a:ext cx="6399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reg_write</a:t>
            </a:r>
            <a:endParaRPr lang="en-US" sz="900" dirty="0"/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A377C039-2182-654F-6A35-40B8C3B82901}"/>
              </a:ext>
            </a:extLst>
          </p:cNvPr>
          <p:cNvCxnSpPr>
            <a:cxnSpLocks/>
          </p:cNvCxnSpPr>
          <p:nvPr/>
        </p:nvCxnSpPr>
        <p:spPr>
          <a:xfrm>
            <a:off x="3215805" y="4063048"/>
            <a:ext cx="314709" cy="10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ctangle 110">
            <a:extLst>
              <a:ext uri="{FF2B5EF4-FFF2-40B4-BE49-F238E27FC236}">
                <a16:creationId xmlns:a16="http://schemas.microsoft.com/office/drawing/2014/main" id="{76640488-7F74-ACFA-C3D7-F537C70A09BF}"/>
              </a:ext>
            </a:extLst>
          </p:cNvPr>
          <p:cNvSpPr/>
          <p:nvPr/>
        </p:nvSpPr>
        <p:spPr>
          <a:xfrm>
            <a:off x="1086375" y="5986893"/>
            <a:ext cx="678789" cy="2661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EFE176C-F8AC-D0A4-16C8-9E5D45E76EEA}"/>
              </a:ext>
            </a:extLst>
          </p:cNvPr>
          <p:cNvSpPr txBox="1"/>
          <p:nvPr/>
        </p:nvSpPr>
        <p:spPr>
          <a:xfrm>
            <a:off x="1144694" y="6006780"/>
            <a:ext cx="5437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funct3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B6E242FA-A035-C849-18B8-46769A45A7CC}"/>
              </a:ext>
            </a:extLst>
          </p:cNvPr>
          <p:cNvCxnSpPr/>
          <p:nvPr/>
        </p:nvCxnSpPr>
        <p:spPr>
          <a:xfrm>
            <a:off x="908567" y="6125116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072AB9E-03D5-1BB6-662D-CF697E282081}"/>
              </a:ext>
            </a:extLst>
          </p:cNvPr>
          <p:cNvCxnSpPr>
            <a:cxnSpLocks/>
          </p:cNvCxnSpPr>
          <p:nvPr/>
        </p:nvCxnSpPr>
        <p:spPr>
          <a:xfrm>
            <a:off x="1763837" y="6493351"/>
            <a:ext cx="2312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BBC265-9F36-86B1-82C4-3FDAB7F4F15B}"/>
              </a:ext>
            </a:extLst>
          </p:cNvPr>
          <p:cNvSpPr/>
          <p:nvPr/>
        </p:nvSpPr>
        <p:spPr>
          <a:xfrm>
            <a:off x="1085048" y="6356352"/>
            <a:ext cx="678789" cy="2661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9FF6F2F-B91C-1D7F-98CB-28D8B2F4EF02}"/>
              </a:ext>
            </a:extLst>
          </p:cNvPr>
          <p:cNvSpPr txBox="1"/>
          <p:nvPr/>
        </p:nvSpPr>
        <p:spPr>
          <a:xfrm>
            <a:off x="1143367" y="6376239"/>
            <a:ext cx="5437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funct7</a:t>
            </a: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2126D306-46DD-18FB-80A1-6346D00C5885}"/>
              </a:ext>
            </a:extLst>
          </p:cNvPr>
          <p:cNvCxnSpPr/>
          <p:nvPr/>
        </p:nvCxnSpPr>
        <p:spPr>
          <a:xfrm>
            <a:off x="907240" y="6494575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D7619A53-5593-55CA-7ECB-A72DC2C2AB4D}"/>
              </a:ext>
            </a:extLst>
          </p:cNvPr>
          <p:cNvCxnSpPr/>
          <p:nvPr/>
        </p:nvCxnSpPr>
        <p:spPr>
          <a:xfrm flipH="1">
            <a:off x="1946513" y="5323322"/>
            <a:ext cx="77899" cy="1295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8F9A210-9B95-3371-FB33-95617722EA31}"/>
              </a:ext>
            </a:extLst>
          </p:cNvPr>
          <p:cNvSpPr txBox="1"/>
          <p:nvPr/>
        </p:nvSpPr>
        <p:spPr>
          <a:xfrm>
            <a:off x="1831072" y="5199692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7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A79F83E5-4EE5-7034-134B-A22F1EA7ED48}"/>
              </a:ext>
            </a:extLst>
          </p:cNvPr>
          <p:cNvSpPr/>
          <p:nvPr/>
        </p:nvSpPr>
        <p:spPr>
          <a:xfrm>
            <a:off x="3949628" y="4792569"/>
            <a:ext cx="865785" cy="4606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231A3BDE-0FB4-6B4D-C6C0-53B6E6178991}"/>
              </a:ext>
            </a:extLst>
          </p:cNvPr>
          <p:cNvSpPr txBox="1"/>
          <p:nvPr/>
        </p:nvSpPr>
        <p:spPr>
          <a:xfrm>
            <a:off x="3898868" y="4761566"/>
            <a:ext cx="9861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Sign Extension</a:t>
            </a:r>
          </a:p>
          <a:p>
            <a:pPr algn="ctr"/>
            <a:endParaRPr lang="en-US" sz="1000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18F3F7A3-DBC8-6819-227D-49A14F7C2B32}"/>
              </a:ext>
            </a:extLst>
          </p:cNvPr>
          <p:cNvSpPr txBox="1"/>
          <p:nvPr/>
        </p:nvSpPr>
        <p:spPr>
          <a:xfrm>
            <a:off x="4454667" y="4968860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imm</a:t>
            </a:r>
            <a:endParaRPr lang="en-US" sz="900" dirty="0"/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8E5AF114-E674-2C84-7A79-4F931C99BC05}"/>
              </a:ext>
            </a:extLst>
          </p:cNvPr>
          <p:cNvCxnSpPr>
            <a:cxnSpLocks/>
          </p:cNvCxnSpPr>
          <p:nvPr/>
        </p:nvCxnSpPr>
        <p:spPr>
          <a:xfrm>
            <a:off x="2782224" y="5123002"/>
            <a:ext cx="11674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1691EF3B-B49C-E8C7-89F0-04E2CEA7B43B}"/>
              </a:ext>
            </a:extLst>
          </p:cNvPr>
          <p:cNvCxnSpPr>
            <a:cxnSpLocks/>
          </p:cNvCxnSpPr>
          <p:nvPr/>
        </p:nvCxnSpPr>
        <p:spPr>
          <a:xfrm>
            <a:off x="2782224" y="4120669"/>
            <a:ext cx="0" cy="10147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5752E8FD-FCF1-9D02-67ED-6A11A8F587F0}"/>
              </a:ext>
            </a:extLst>
          </p:cNvPr>
          <p:cNvGrpSpPr/>
          <p:nvPr/>
        </p:nvGrpSpPr>
        <p:grpSpPr>
          <a:xfrm>
            <a:off x="6253592" y="3448149"/>
            <a:ext cx="292770" cy="637674"/>
            <a:chOff x="1074820" y="1507958"/>
            <a:chExt cx="292770" cy="637674"/>
          </a:xfrm>
        </p:grpSpPr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AE6683E5-928D-AB96-A3C8-DEC33C618891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CE4609D8-A94B-A3DB-2632-7D450EB3848B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07AFA4A0-2F6D-9E76-0439-2A01EEA85067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8A4FC6B1-A44C-6281-D85D-C5C51598C5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142B163E-9323-7661-DF34-CB6D4775748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25C970A2-F2EE-D728-1CB9-78DB718BD9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527F439A-417F-3E0B-45D2-E46978701714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214633A4-1B5E-0733-F51C-E4102BBAD162}"/>
              </a:ext>
            </a:extLst>
          </p:cNvPr>
          <p:cNvCxnSpPr/>
          <p:nvPr/>
        </p:nvCxnSpPr>
        <p:spPr>
          <a:xfrm>
            <a:off x="6075784" y="397954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2A3FC5E-0887-17BA-3438-BBB91A074EC2}"/>
              </a:ext>
            </a:extLst>
          </p:cNvPr>
          <p:cNvCxnSpPr>
            <a:cxnSpLocks/>
          </p:cNvCxnSpPr>
          <p:nvPr/>
        </p:nvCxnSpPr>
        <p:spPr>
          <a:xfrm>
            <a:off x="4401834" y="3571106"/>
            <a:ext cx="14337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CF1E05C7-0258-A1DB-5D4E-EA66C6CAA296}"/>
              </a:ext>
            </a:extLst>
          </p:cNvPr>
          <p:cNvGrpSpPr/>
          <p:nvPr/>
        </p:nvGrpSpPr>
        <p:grpSpPr>
          <a:xfrm>
            <a:off x="3820912" y="1175824"/>
            <a:ext cx="292770" cy="637674"/>
            <a:chOff x="1074820" y="1507958"/>
            <a:chExt cx="292770" cy="637674"/>
          </a:xfrm>
        </p:grpSpPr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9B1C3327-A611-2BA8-B007-9186CF3A0E42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3874B16B-1236-9BD1-3E90-062756FAD0B0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C545D7D5-18F9-460B-16FB-45A5E5B3036A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18D96393-1B92-25C8-CCC7-A10F33059D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753456A5-2F22-6878-6368-381F766CB3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0460A47E-6551-87B8-D148-22BB0E7B22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5A016AB0-C9E3-96DB-019B-5F43AB8DD8B9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FD895F0D-4BF5-DC7B-F7F3-413542C80AFB}"/>
              </a:ext>
            </a:extLst>
          </p:cNvPr>
          <p:cNvCxnSpPr>
            <a:cxnSpLocks/>
          </p:cNvCxnSpPr>
          <p:nvPr/>
        </p:nvCxnSpPr>
        <p:spPr>
          <a:xfrm>
            <a:off x="3646977" y="1707219"/>
            <a:ext cx="1739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8A322888-ED2A-D52F-5D81-55A9F50D831D}"/>
              </a:ext>
            </a:extLst>
          </p:cNvPr>
          <p:cNvCxnSpPr/>
          <p:nvPr/>
        </p:nvCxnSpPr>
        <p:spPr>
          <a:xfrm>
            <a:off x="3643104" y="1282103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64A453BE-6D86-FC77-F0DF-48F06E318EFA}"/>
              </a:ext>
            </a:extLst>
          </p:cNvPr>
          <p:cNvGrpSpPr/>
          <p:nvPr/>
        </p:nvGrpSpPr>
        <p:grpSpPr>
          <a:xfrm>
            <a:off x="5830434" y="3706261"/>
            <a:ext cx="234557" cy="529824"/>
            <a:chOff x="6175096" y="3854324"/>
            <a:chExt cx="144932" cy="375881"/>
          </a:xfrm>
        </p:grpSpPr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674FCEC5-7FFF-CD2B-A09D-CBC92E12F25F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F5B7B22C-663B-5298-D166-FAF560E4BB75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6BADDFCE-8A0A-44E6-3F10-0D51A57F6C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948E2AC4-F542-64B0-39E2-25FBBBED0C9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973E0397-2938-3E11-F4FA-2B7B6C3675A8}"/>
              </a:ext>
            </a:extLst>
          </p:cNvPr>
          <p:cNvCxnSpPr>
            <a:cxnSpLocks/>
          </p:cNvCxnSpPr>
          <p:nvPr/>
        </p:nvCxnSpPr>
        <p:spPr>
          <a:xfrm flipV="1">
            <a:off x="4993221" y="4113878"/>
            <a:ext cx="842333" cy="67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D782F3A7-BB22-97E7-61AB-4A4C01CDB198}"/>
              </a:ext>
            </a:extLst>
          </p:cNvPr>
          <p:cNvCxnSpPr/>
          <p:nvPr/>
        </p:nvCxnSpPr>
        <p:spPr>
          <a:xfrm>
            <a:off x="4998123" y="4120669"/>
            <a:ext cx="0" cy="9785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320A29EB-ABD9-7A97-166B-5F32289CDE2A}"/>
              </a:ext>
            </a:extLst>
          </p:cNvPr>
          <p:cNvCxnSpPr/>
          <p:nvPr/>
        </p:nvCxnSpPr>
        <p:spPr>
          <a:xfrm flipH="1">
            <a:off x="4815413" y="5096238"/>
            <a:ext cx="1827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8F48198F-3BEE-7A5F-E755-825029E62CA9}"/>
              </a:ext>
            </a:extLst>
          </p:cNvPr>
          <p:cNvCxnSpPr/>
          <p:nvPr/>
        </p:nvCxnSpPr>
        <p:spPr>
          <a:xfrm flipV="1">
            <a:off x="5947713" y="4178464"/>
            <a:ext cx="0" cy="1730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Arrow Connector 228">
            <a:extLst>
              <a:ext uri="{FF2B5EF4-FFF2-40B4-BE49-F238E27FC236}">
                <a16:creationId xmlns:a16="http://schemas.microsoft.com/office/drawing/2014/main" id="{6848B782-ACF8-E9A2-8354-F25270D6A5C1}"/>
              </a:ext>
            </a:extLst>
          </p:cNvPr>
          <p:cNvCxnSpPr/>
          <p:nvPr/>
        </p:nvCxnSpPr>
        <p:spPr>
          <a:xfrm flipV="1">
            <a:off x="6410421" y="3965109"/>
            <a:ext cx="0" cy="3329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Rectangle 229">
            <a:extLst>
              <a:ext uri="{FF2B5EF4-FFF2-40B4-BE49-F238E27FC236}">
                <a16:creationId xmlns:a16="http://schemas.microsoft.com/office/drawing/2014/main" id="{3AF2B9FF-2C7F-338A-78BA-57A97CD3837D}"/>
              </a:ext>
            </a:extLst>
          </p:cNvPr>
          <p:cNvSpPr/>
          <p:nvPr/>
        </p:nvSpPr>
        <p:spPr>
          <a:xfrm>
            <a:off x="8275527" y="2482125"/>
            <a:ext cx="865785" cy="8218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79148410-A97A-F2FF-1C77-6873D577E23E}"/>
              </a:ext>
            </a:extLst>
          </p:cNvPr>
          <p:cNvSpPr txBox="1"/>
          <p:nvPr/>
        </p:nvSpPr>
        <p:spPr>
          <a:xfrm>
            <a:off x="8257042" y="2459860"/>
            <a:ext cx="92685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Data Memory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25E57BF1-21EE-8E4A-10F6-78E31B205327}"/>
              </a:ext>
            </a:extLst>
          </p:cNvPr>
          <p:cNvSpPr txBox="1"/>
          <p:nvPr/>
        </p:nvSpPr>
        <p:spPr>
          <a:xfrm>
            <a:off x="8216828" y="2681168"/>
            <a:ext cx="5517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data_in</a:t>
            </a:r>
            <a:endParaRPr lang="en-US" sz="900" dirty="0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94F78C3D-D478-DE43-4F03-E7114516D4BA}"/>
              </a:ext>
            </a:extLst>
          </p:cNvPr>
          <p:cNvSpPr txBox="1"/>
          <p:nvPr/>
        </p:nvSpPr>
        <p:spPr>
          <a:xfrm>
            <a:off x="8802794" y="2662872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dout</a:t>
            </a:r>
            <a:endParaRPr lang="en-US" sz="900" dirty="0"/>
          </a:p>
        </p:txBody>
      </p:sp>
      <p:cxnSp>
        <p:nvCxnSpPr>
          <p:cNvPr id="238" name="Straight Arrow Connector 237">
            <a:extLst>
              <a:ext uri="{FF2B5EF4-FFF2-40B4-BE49-F238E27FC236}">
                <a16:creationId xmlns:a16="http://schemas.microsoft.com/office/drawing/2014/main" id="{973B1BAA-D410-B540-5205-2CE3EA9D646F}"/>
              </a:ext>
            </a:extLst>
          </p:cNvPr>
          <p:cNvCxnSpPr>
            <a:cxnSpLocks/>
          </p:cNvCxnSpPr>
          <p:nvPr/>
        </p:nvCxnSpPr>
        <p:spPr>
          <a:xfrm>
            <a:off x="5029828" y="2810946"/>
            <a:ext cx="32397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9B269FA4-5D6A-5E60-3C24-F06556105623}"/>
              </a:ext>
            </a:extLst>
          </p:cNvPr>
          <p:cNvSpPr txBox="1"/>
          <p:nvPr/>
        </p:nvSpPr>
        <p:spPr>
          <a:xfrm>
            <a:off x="8223884" y="2930053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Address</a:t>
            </a:r>
          </a:p>
        </p:txBody>
      </p:sp>
      <p:cxnSp>
        <p:nvCxnSpPr>
          <p:cNvPr id="240" name="Straight Arrow Connector 239">
            <a:extLst>
              <a:ext uri="{FF2B5EF4-FFF2-40B4-BE49-F238E27FC236}">
                <a16:creationId xmlns:a16="http://schemas.microsoft.com/office/drawing/2014/main" id="{32C8C4D0-BC6B-C139-3FF5-F9792E04E4A1}"/>
              </a:ext>
            </a:extLst>
          </p:cNvPr>
          <p:cNvCxnSpPr>
            <a:cxnSpLocks/>
          </p:cNvCxnSpPr>
          <p:nvPr/>
        </p:nvCxnSpPr>
        <p:spPr>
          <a:xfrm>
            <a:off x="6794616" y="3040681"/>
            <a:ext cx="147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Straight Arrow Connector 242">
            <a:extLst>
              <a:ext uri="{FF2B5EF4-FFF2-40B4-BE49-F238E27FC236}">
                <a16:creationId xmlns:a16="http://schemas.microsoft.com/office/drawing/2014/main" id="{91165BCE-D4C3-69AB-C161-0AAA710C6CB4}"/>
              </a:ext>
            </a:extLst>
          </p:cNvPr>
          <p:cNvCxnSpPr/>
          <p:nvPr/>
        </p:nvCxnSpPr>
        <p:spPr>
          <a:xfrm flipV="1">
            <a:off x="8516166" y="3303944"/>
            <a:ext cx="0" cy="1676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53FABC7-DD90-8352-C66A-7DFA23EE2633}"/>
              </a:ext>
            </a:extLst>
          </p:cNvPr>
          <p:cNvGrpSpPr/>
          <p:nvPr/>
        </p:nvGrpSpPr>
        <p:grpSpPr>
          <a:xfrm>
            <a:off x="4742886" y="2070125"/>
            <a:ext cx="234557" cy="870633"/>
            <a:chOff x="6175096" y="3854324"/>
            <a:chExt cx="144932" cy="375881"/>
          </a:xfrm>
        </p:grpSpPr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D64F4C90-ABA8-4DDC-5808-F9A278B4E6FD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6FC64163-8C45-5848-AF36-721E2025DF54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3B09081B-A704-2107-897F-12A59ADE39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465FB0D5-90F0-B240-13F3-D73E3B74C10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3C457D5C-9212-E0FE-91EE-284C0BA5FE52}"/>
              </a:ext>
            </a:extLst>
          </p:cNvPr>
          <p:cNvCxnSpPr/>
          <p:nvPr/>
        </p:nvCxnSpPr>
        <p:spPr>
          <a:xfrm flipH="1">
            <a:off x="2428875" y="4120669"/>
            <a:ext cx="35334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TextBox 257">
            <a:extLst>
              <a:ext uri="{FF2B5EF4-FFF2-40B4-BE49-F238E27FC236}">
                <a16:creationId xmlns:a16="http://schemas.microsoft.com/office/drawing/2014/main" id="{921958C4-4752-F09F-ADEA-BCC0D47C8983}"/>
              </a:ext>
            </a:extLst>
          </p:cNvPr>
          <p:cNvSpPr txBox="1"/>
          <p:nvPr/>
        </p:nvSpPr>
        <p:spPr>
          <a:xfrm>
            <a:off x="3892328" y="5007586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instr</a:t>
            </a:r>
            <a:endParaRPr lang="en-US" sz="9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3AE7D782-2F59-C6D9-A9D7-B38E1A913155}"/>
              </a:ext>
            </a:extLst>
          </p:cNvPr>
          <p:cNvSpPr txBox="1"/>
          <p:nvPr/>
        </p:nvSpPr>
        <p:spPr>
          <a:xfrm>
            <a:off x="8373014" y="3114241"/>
            <a:ext cx="28725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rd</a:t>
            </a:r>
            <a:endParaRPr lang="en-US" sz="9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378ECE18-76A6-8223-40C0-E1A4CF744BE9}"/>
              </a:ext>
            </a:extLst>
          </p:cNvPr>
          <p:cNvSpPr txBox="1"/>
          <p:nvPr/>
        </p:nvSpPr>
        <p:spPr>
          <a:xfrm>
            <a:off x="8708420" y="3110771"/>
            <a:ext cx="30649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wr</a:t>
            </a:r>
            <a:endParaRPr lang="en-US" sz="9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18102C07-F7E1-1AF1-477B-00B68F177F07}"/>
              </a:ext>
            </a:extLst>
          </p:cNvPr>
          <p:cNvSpPr txBox="1"/>
          <p:nvPr/>
        </p:nvSpPr>
        <p:spPr>
          <a:xfrm>
            <a:off x="3230983" y="1168954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dout1</a:t>
            </a: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00A05C49-A5A2-CC74-BAEB-00CF47323BC9}"/>
              </a:ext>
            </a:extLst>
          </p:cNvPr>
          <p:cNvSpPr txBox="1"/>
          <p:nvPr/>
        </p:nvSpPr>
        <p:spPr>
          <a:xfrm>
            <a:off x="3211913" y="1600087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dout2</a:t>
            </a: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B178740B-BE6B-31B0-B4FD-0ED1D3EABF36}"/>
              </a:ext>
            </a:extLst>
          </p:cNvPr>
          <p:cNvSpPr txBox="1"/>
          <p:nvPr/>
        </p:nvSpPr>
        <p:spPr>
          <a:xfrm>
            <a:off x="3866168" y="1380636"/>
            <a:ext cx="33054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“-”</a:t>
            </a:r>
          </a:p>
        </p:txBody>
      </p:sp>
      <p:cxnSp>
        <p:nvCxnSpPr>
          <p:cNvPr id="276" name="Straight Arrow Connector 275">
            <a:extLst>
              <a:ext uri="{FF2B5EF4-FFF2-40B4-BE49-F238E27FC236}">
                <a16:creationId xmlns:a16="http://schemas.microsoft.com/office/drawing/2014/main" id="{370ACF3C-5A72-31AC-3830-8B43C336935F}"/>
              </a:ext>
            </a:extLst>
          </p:cNvPr>
          <p:cNvCxnSpPr>
            <a:cxnSpLocks/>
          </p:cNvCxnSpPr>
          <p:nvPr/>
        </p:nvCxnSpPr>
        <p:spPr>
          <a:xfrm>
            <a:off x="4825173" y="1497896"/>
            <a:ext cx="0" cy="65021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BF12A351-142A-23D7-36BD-9308B9D720AA}"/>
              </a:ext>
            </a:extLst>
          </p:cNvPr>
          <p:cNvCxnSpPr>
            <a:cxnSpLocks/>
          </p:cNvCxnSpPr>
          <p:nvPr/>
        </p:nvCxnSpPr>
        <p:spPr>
          <a:xfrm>
            <a:off x="4126293" y="1497896"/>
            <a:ext cx="695569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B760AF97-E733-241D-903A-11456E3E2363}"/>
              </a:ext>
            </a:extLst>
          </p:cNvPr>
          <p:cNvCxnSpPr>
            <a:cxnSpLocks/>
          </p:cNvCxnSpPr>
          <p:nvPr/>
        </p:nvCxnSpPr>
        <p:spPr>
          <a:xfrm flipH="1">
            <a:off x="354682" y="1069536"/>
            <a:ext cx="47513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FBC20363-C806-EF5C-EF5B-FA8F14D0B2F9}"/>
              </a:ext>
            </a:extLst>
          </p:cNvPr>
          <p:cNvCxnSpPr>
            <a:cxnSpLocks/>
          </p:cNvCxnSpPr>
          <p:nvPr/>
        </p:nvCxnSpPr>
        <p:spPr>
          <a:xfrm flipV="1">
            <a:off x="354682" y="1069536"/>
            <a:ext cx="0" cy="25015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1876BEE7-FDFC-0D31-7B67-CAA4ECA61CC2}"/>
              </a:ext>
            </a:extLst>
          </p:cNvPr>
          <p:cNvCxnSpPr>
            <a:cxnSpLocks/>
          </p:cNvCxnSpPr>
          <p:nvPr/>
        </p:nvCxnSpPr>
        <p:spPr>
          <a:xfrm>
            <a:off x="4978419" y="2517961"/>
            <a:ext cx="13618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F1B7D252-CFD6-2A20-A0B7-01CB66AF15B1}"/>
              </a:ext>
            </a:extLst>
          </p:cNvPr>
          <p:cNvCxnSpPr>
            <a:cxnSpLocks/>
          </p:cNvCxnSpPr>
          <p:nvPr/>
        </p:nvCxnSpPr>
        <p:spPr>
          <a:xfrm>
            <a:off x="5116027" y="1069536"/>
            <a:ext cx="0" cy="14484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A0F94C90-2CFA-6FB0-6CDA-6336E014070E}"/>
              </a:ext>
            </a:extLst>
          </p:cNvPr>
          <p:cNvCxnSpPr/>
          <p:nvPr/>
        </p:nvCxnSpPr>
        <p:spPr>
          <a:xfrm flipV="1">
            <a:off x="5029828" y="2788889"/>
            <a:ext cx="0" cy="10520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767B8A25-A48B-7850-EE9E-21374996DACF}"/>
              </a:ext>
            </a:extLst>
          </p:cNvPr>
          <p:cNvCxnSpPr>
            <a:cxnSpLocks/>
          </p:cNvCxnSpPr>
          <p:nvPr/>
        </p:nvCxnSpPr>
        <p:spPr>
          <a:xfrm>
            <a:off x="6535195" y="3769045"/>
            <a:ext cx="25942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CFAE5DC6-8CF9-2673-71C9-AFA4E7997F1B}"/>
              </a:ext>
            </a:extLst>
          </p:cNvPr>
          <p:cNvCxnSpPr>
            <a:cxnSpLocks/>
          </p:cNvCxnSpPr>
          <p:nvPr/>
        </p:nvCxnSpPr>
        <p:spPr>
          <a:xfrm flipV="1">
            <a:off x="6794616" y="2616997"/>
            <a:ext cx="0" cy="12239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Arrow Connector 303">
            <a:extLst>
              <a:ext uri="{FF2B5EF4-FFF2-40B4-BE49-F238E27FC236}">
                <a16:creationId xmlns:a16="http://schemas.microsoft.com/office/drawing/2014/main" id="{2EC15423-B005-0183-7A9F-B576E62BCAAB}"/>
              </a:ext>
            </a:extLst>
          </p:cNvPr>
          <p:cNvCxnSpPr>
            <a:cxnSpLocks/>
          </p:cNvCxnSpPr>
          <p:nvPr/>
        </p:nvCxnSpPr>
        <p:spPr>
          <a:xfrm>
            <a:off x="6794616" y="3840955"/>
            <a:ext cx="40693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3014E321-5714-0DA0-BD84-AEA9AAE788C3}"/>
              </a:ext>
            </a:extLst>
          </p:cNvPr>
          <p:cNvGrpSpPr/>
          <p:nvPr/>
        </p:nvGrpSpPr>
        <p:grpSpPr>
          <a:xfrm>
            <a:off x="10859200" y="3267132"/>
            <a:ext cx="234557" cy="870633"/>
            <a:chOff x="6175096" y="3854324"/>
            <a:chExt cx="144932" cy="375881"/>
          </a:xfrm>
        </p:grpSpPr>
        <p:cxnSp>
          <p:nvCxnSpPr>
            <p:cNvPr id="307" name="Straight Connector 306">
              <a:extLst>
                <a:ext uri="{FF2B5EF4-FFF2-40B4-BE49-F238E27FC236}">
                  <a16:creationId xmlns:a16="http://schemas.microsoft.com/office/drawing/2014/main" id="{CC6483C4-28AE-F10B-774F-31BBB4098B87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307">
              <a:extLst>
                <a:ext uri="{FF2B5EF4-FFF2-40B4-BE49-F238E27FC236}">
                  <a16:creationId xmlns:a16="http://schemas.microsoft.com/office/drawing/2014/main" id="{C51292B0-B5C4-AACF-9093-36C8D152D461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>
              <a:extLst>
                <a:ext uri="{FF2B5EF4-FFF2-40B4-BE49-F238E27FC236}">
                  <a16:creationId xmlns:a16="http://schemas.microsoft.com/office/drawing/2014/main" id="{E6CB2562-95CA-9D1A-979B-D7EFA56D84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F88B1EEE-37B0-409C-F5C6-42593C03E5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07D9C989-9107-8E5B-7046-08BC10C20273}"/>
              </a:ext>
            </a:extLst>
          </p:cNvPr>
          <p:cNvCxnSpPr>
            <a:cxnSpLocks/>
          </p:cNvCxnSpPr>
          <p:nvPr/>
        </p:nvCxnSpPr>
        <p:spPr>
          <a:xfrm>
            <a:off x="9337877" y="3613287"/>
            <a:ext cx="1519197" cy="114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Arrow Connector 312">
            <a:extLst>
              <a:ext uri="{FF2B5EF4-FFF2-40B4-BE49-F238E27FC236}">
                <a16:creationId xmlns:a16="http://schemas.microsoft.com/office/drawing/2014/main" id="{12A8EFA3-E029-7A54-9279-672AB9B9FD22}"/>
              </a:ext>
            </a:extLst>
          </p:cNvPr>
          <p:cNvCxnSpPr>
            <a:cxnSpLocks/>
          </p:cNvCxnSpPr>
          <p:nvPr/>
        </p:nvCxnSpPr>
        <p:spPr>
          <a:xfrm flipV="1">
            <a:off x="10767189" y="3425360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94EC9EEB-C174-2FF6-451C-065B8E648DDA}"/>
              </a:ext>
            </a:extLst>
          </p:cNvPr>
          <p:cNvSpPr txBox="1"/>
          <p:nvPr/>
        </p:nvSpPr>
        <p:spPr>
          <a:xfrm>
            <a:off x="10060097" y="3306999"/>
            <a:ext cx="77777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/>
              <a:t>”10000000”</a:t>
            </a:r>
          </a:p>
        </p:txBody>
      </p: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C669DA14-8A4A-8AE5-A36A-3E399FDEE2B1}"/>
              </a:ext>
            </a:extLst>
          </p:cNvPr>
          <p:cNvCxnSpPr>
            <a:cxnSpLocks/>
          </p:cNvCxnSpPr>
          <p:nvPr/>
        </p:nvCxnSpPr>
        <p:spPr>
          <a:xfrm>
            <a:off x="11094733" y="3714968"/>
            <a:ext cx="13618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F580A49F-8130-DF36-2C61-65CEF9F171E8}"/>
              </a:ext>
            </a:extLst>
          </p:cNvPr>
          <p:cNvCxnSpPr>
            <a:cxnSpLocks/>
          </p:cNvCxnSpPr>
          <p:nvPr/>
        </p:nvCxnSpPr>
        <p:spPr>
          <a:xfrm flipV="1">
            <a:off x="9345163" y="2405503"/>
            <a:ext cx="0" cy="12077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0237BD76-677C-61E9-5FF6-4634556047E6}"/>
              </a:ext>
            </a:extLst>
          </p:cNvPr>
          <p:cNvCxnSpPr>
            <a:cxnSpLocks/>
          </p:cNvCxnSpPr>
          <p:nvPr/>
        </p:nvCxnSpPr>
        <p:spPr>
          <a:xfrm flipH="1">
            <a:off x="9157343" y="2778288"/>
            <a:ext cx="1952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FB2ED79D-5D1E-998C-0587-601F1B3D6394}"/>
              </a:ext>
            </a:extLst>
          </p:cNvPr>
          <p:cNvCxnSpPr>
            <a:cxnSpLocks/>
          </p:cNvCxnSpPr>
          <p:nvPr/>
        </p:nvCxnSpPr>
        <p:spPr>
          <a:xfrm>
            <a:off x="11227543" y="1139190"/>
            <a:ext cx="0" cy="25950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Connector 337">
            <a:extLst>
              <a:ext uri="{FF2B5EF4-FFF2-40B4-BE49-F238E27FC236}">
                <a16:creationId xmlns:a16="http://schemas.microsoft.com/office/drawing/2014/main" id="{10BF8DC2-0A04-BAF9-3B3C-69E04DB1B680}"/>
              </a:ext>
            </a:extLst>
          </p:cNvPr>
          <p:cNvCxnSpPr/>
          <p:nvPr/>
        </p:nvCxnSpPr>
        <p:spPr>
          <a:xfrm flipH="1">
            <a:off x="3215805" y="1127709"/>
            <a:ext cx="802534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46BF1B11-30E4-C250-7482-8150CD3EBE33}"/>
              </a:ext>
            </a:extLst>
          </p:cNvPr>
          <p:cNvCxnSpPr>
            <a:cxnSpLocks/>
          </p:cNvCxnSpPr>
          <p:nvPr/>
        </p:nvCxnSpPr>
        <p:spPr>
          <a:xfrm flipV="1">
            <a:off x="3215805" y="1127760"/>
            <a:ext cx="0" cy="29352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Arrow Connector 341">
            <a:extLst>
              <a:ext uri="{FF2B5EF4-FFF2-40B4-BE49-F238E27FC236}">
                <a16:creationId xmlns:a16="http://schemas.microsoft.com/office/drawing/2014/main" id="{C76199D9-440A-9194-BCF0-9A2E6EDE070C}"/>
              </a:ext>
            </a:extLst>
          </p:cNvPr>
          <p:cNvCxnSpPr/>
          <p:nvPr/>
        </p:nvCxnSpPr>
        <p:spPr>
          <a:xfrm>
            <a:off x="2299683" y="2778288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TextBox 342">
            <a:extLst>
              <a:ext uri="{FF2B5EF4-FFF2-40B4-BE49-F238E27FC236}">
                <a16:creationId xmlns:a16="http://schemas.microsoft.com/office/drawing/2014/main" id="{8D054836-2157-3BAC-A7D8-5291EF62197A}"/>
              </a:ext>
            </a:extLst>
          </p:cNvPr>
          <p:cNvSpPr txBox="1"/>
          <p:nvPr/>
        </p:nvSpPr>
        <p:spPr>
          <a:xfrm>
            <a:off x="6208561" y="3286511"/>
            <a:ext cx="4106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ALU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B6AF60-D791-21FB-8A86-0D04258DAA85}"/>
              </a:ext>
            </a:extLst>
          </p:cNvPr>
          <p:cNvSpPr/>
          <p:nvPr/>
        </p:nvSpPr>
        <p:spPr>
          <a:xfrm>
            <a:off x="5446395" y="1862975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EB474B-DE86-EFAF-1F7B-17DC4F663F21}"/>
              </a:ext>
            </a:extLst>
          </p:cNvPr>
          <p:cNvSpPr/>
          <p:nvPr/>
        </p:nvSpPr>
        <p:spPr>
          <a:xfrm>
            <a:off x="7475099" y="1862975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ADE79B-19DD-529A-5879-5E22D4125189}"/>
              </a:ext>
            </a:extLst>
          </p:cNvPr>
          <p:cNvSpPr/>
          <p:nvPr/>
        </p:nvSpPr>
        <p:spPr>
          <a:xfrm>
            <a:off x="10007220" y="1862975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A85F51-CDCF-DFC4-A78B-5B79381B7901}"/>
              </a:ext>
            </a:extLst>
          </p:cNvPr>
          <p:cNvSpPr txBox="1"/>
          <p:nvPr/>
        </p:nvSpPr>
        <p:spPr>
          <a:xfrm>
            <a:off x="2391725" y="1595367"/>
            <a:ext cx="5212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IF_ID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08595C-A8B4-EC1A-CEC5-C3F6C12A297B}"/>
              </a:ext>
            </a:extLst>
          </p:cNvPr>
          <p:cNvSpPr txBox="1"/>
          <p:nvPr/>
        </p:nvSpPr>
        <p:spPr>
          <a:xfrm>
            <a:off x="5233848" y="1616519"/>
            <a:ext cx="5709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ID_EX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44A068-9364-EA34-27D3-B5352516ABEB}"/>
              </a:ext>
            </a:extLst>
          </p:cNvPr>
          <p:cNvSpPr txBox="1"/>
          <p:nvPr/>
        </p:nvSpPr>
        <p:spPr>
          <a:xfrm>
            <a:off x="7161597" y="1609434"/>
            <a:ext cx="753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EX_MEM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76CC08-2328-4CAE-36E1-B6668E8E0A0B}"/>
              </a:ext>
            </a:extLst>
          </p:cNvPr>
          <p:cNvSpPr txBox="1"/>
          <p:nvPr/>
        </p:nvSpPr>
        <p:spPr>
          <a:xfrm>
            <a:off x="9669913" y="1599530"/>
            <a:ext cx="8146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MEM_WB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8009FE0-7787-A3EB-6282-7D22C75D2C48}"/>
              </a:ext>
            </a:extLst>
          </p:cNvPr>
          <p:cNvSpPr/>
          <p:nvPr/>
        </p:nvSpPr>
        <p:spPr>
          <a:xfrm>
            <a:off x="2601370" y="1852437"/>
            <a:ext cx="142681" cy="36004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480F685-AE09-0D32-5539-8E4975E6DF53}"/>
              </a:ext>
            </a:extLst>
          </p:cNvPr>
          <p:cNvSpPr/>
          <p:nvPr/>
        </p:nvSpPr>
        <p:spPr>
          <a:xfrm>
            <a:off x="4275096" y="5560170"/>
            <a:ext cx="663423" cy="4606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AE4C0B7-D9E3-3907-9505-138DB1D14F87}"/>
              </a:ext>
            </a:extLst>
          </p:cNvPr>
          <p:cNvSpPr txBox="1"/>
          <p:nvPr/>
        </p:nvSpPr>
        <p:spPr>
          <a:xfrm>
            <a:off x="4334004" y="5598624"/>
            <a:ext cx="574196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Stall</a:t>
            </a:r>
          </a:p>
          <a:p>
            <a:pPr algn="ctr"/>
            <a:r>
              <a:rPr lang="en-US" sz="900" dirty="0"/>
              <a:t>counter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FCEB13D-6178-8B05-6BF7-AA34265C10ED}"/>
              </a:ext>
            </a:extLst>
          </p:cNvPr>
          <p:cNvCxnSpPr>
            <a:cxnSpLocks/>
          </p:cNvCxnSpPr>
          <p:nvPr/>
        </p:nvCxnSpPr>
        <p:spPr>
          <a:xfrm>
            <a:off x="4045223" y="5697383"/>
            <a:ext cx="22987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5964E24E-8C81-EFE0-AB26-0F6BAD08C8E1}"/>
              </a:ext>
            </a:extLst>
          </p:cNvPr>
          <p:cNvSpPr/>
          <p:nvPr/>
        </p:nvSpPr>
        <p:spPr>
          <a:xfrm>
            <a:off x="3366434" y="5560384"/>
            <a:ext cx="678789" cy="4847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F8D060-B516-028F-A160-DDD58A9B4A1C}"/>
              </a:ext>
            </a:extLst>
          </p:cNvPr>
          <p:cNvSpPr txBox="1"/>
          <p:nvPr/>
        </p:nvSpPr>
        <p:spPr>
          <a:xfrm>
            <a:off x="3331780" y="5580271"/>
            <a:ext cx="7296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Hazard</a:t>
            </a:r>
          </a:p>
          <a:p>
            <a:pPr algn="ctr"/>
            <a:r>
              <a:rPr lang="en-US" sz="1000" dirty="0"/>
              <a:t>Detection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1C7F50D-F709-CA85-5675-DD0636890A76}"/>
              </a:ext>
            </a:extLst>
          </p:cNvPr>
          <p:cNvCxnSpPr>
            <a:cxnSpLocks/>
          </p:cNvCxnSpPr>
          <p:nvPr/>
        </p:nvCxnSpPr>
        <p:spPr>
          <a:xfrm>
            <a:off x="2906114" y="5750885"/>
            <a:ext cx="442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628AAA9C-DA03-CA34-B011-035AEF93D851}"/>
              </a:ext>
            </a:extLst>
          </p:cNvPr>
          <p:cNvCxnSpPr>
            <a:cxnSpLocks/>
          </p:cNvCxnSpPr>
          <p:nvPr/>
        </p:nvCxnSpPr>
        <p:spPr>
          <a:xfrm flipH="1">
            <a:off x="4051068" y="5951193"/>
            <a:ext cx="20561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318283A9-1322-8DD9-D5D3-E250A298DF07}"/>
              </a:ext>
            </a:extLst>
          </p:cNvPr>
          <p:cNvCxnSpPr>
            <a:cxnSpLocks/>
          </p:cNvCxnSpPr>
          <p:nvPr/>
        </p:nvCxnSpPr>
        <p:spPr>
          <a:xfrm>
            <a:off x="2906112" y="5388092"/>
            <a:ext cx="0" cy="3764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9A8F4E2-BF11-CC7D-3DDC-10009DD0232B}"/>
              </a:ext>
            </a:extLst>
          </p:cNvPr>
          <p:cNvCxnSpPr>
            <a:cxnSpLocks/>
          </p:cNvCxnSpPr>
          <p:nvPr/>
        </p:nvCxnSpPr>
        <p:spPr>
          <a:xfrm>
            <a:off x="3143796" y="5633773"/>
            <a:ext cx="2117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1A52A5D1-1BB7-3403-A1A5-86E132AA172B}"/>
              </a:ext>
            </a:extLst>
          </p:cNvPr>
          <p:cNvCxnSpPr/>
          <p:nvPr/>
        </p:nvCxnSpPr>
        <p:spPr>
          <a:xfrm flipH="1" flipV="1">
            <a:off x="2745398" y="5368626"/>
            <a:ext cx="164123" cy="77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5F7582C7-10E1-623E-4E17-302DFD08C2CB}"/>
              </a:ext>
            </a:extLst>
          </p:cNvPr>
          <p:cNvCxnSpPr>
            <a:cxnSpLocks/>
          </p:cNvCxnSpPr>
          <p:nvPr/>
        </p:nvCxnSpPr>
        <p:spPr>
          <a:xfrm>
            <a:off x="3151612" y="5385036"/>
            <a:ext cx="0" cy="9713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E6A87E40-A761-8DD0-48F4-7E93FADB35F9}"/>
              </a:ext>
            </a:extLst>
          </p:cNvPr>
          <p:cNvCxnSpPr/>
          <p:nvPr/>
        </p:nvCxnSpPr>
        <p:spPr>
          <a:xfrm>
            <a:off x="3147704" y="5385036"/>
            <a:ext cx="231335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C88B74C-2825-380E-71DB-7071BFAD6C6D}"/>
              </a:ext>
            </a:extLst>
          </p:cNvPr>
          <p:cNvCxnSpPr/>
          <p:nvPr/>
        </p:nvCxnSpPr>
        <p:spPr>
          <a:xfrm flipV="1">
            <a:off x="4139889" y="5469023"/>
            <a:ext cx="0" cy="22540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BA8FA93-D7D6-E677-D331-61BDAA4D72AD}"/>
              </a:ext>
            </a:extLst>
          </p:cNvPr>
          <p:cNvCxnSpPr>
            <a:cxnSpLocks/>
          </p:cNvCxnSpPr>
          <p:nvPr/>
        </p:nvCxnSpPr>
        <p:spPr>
          <a:xfrm>
            <a:off x="4181855" y="5960304"/>
            <a:ext cx="0" cy="16358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BC59A37-4C55-8753-29C9-9D435BAD749A}"/>
              </a:ext>
            </a:extLst>
          </p:cNvPr>
          <p:cNvCxnSpPr>
            <a:cxnSpLocks/>
          </p:cNvCxnSpPr>
          <p:nvPr/>
        </p:nvCxnSpPr>
        <p:spPr>
          <a:xfrm>
            <a:off x="4029405" y="6407275"/>
            <a:ext cx="22987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9DC00663-BEA1-F516-A24E-D1358A5FA8D3}"/>
              </a:ext>
            </a:extLst>
          </p:cNvPr>
          <p:cNvSpPr/>
          <p:nvPr/>
        </p:nvSpPr>
        <p:spPr>
          <a:xfrm>
            <a:off x="3350616" y="6270276"/>
            <a:ext cx="678789" cy="4847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74F677-2B47-463D-4071-9231A2EAA9DF}"/>
              </a:ext>
            </a:extLst>
          </p:cNvPr>
          <p:cNvSpPr txBox="1"/>
          <p:nvPr/>
        </p:nvSpPr>
        <p:spPr>
          <a:xfrm>
            <a:off x="3359244" y="6290163"/>
            <a:ext cx="6431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Forward</a:t>
            </a:r>
          </a:p>
          <a:p>
            <a:pPr algn="ctr"/>
            <a:r>
              <a:rPr lang="en-US" sz="1000" dirty="0"/>
              <a:t>Unit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3324C20-C3D1-9AAB-5C0D-C6C15BD835FE}"/>
              </a:ext>
            </a:extLst>
          </p:cNvPr>
          <p:cNvCxnSpPr>
            <a:cxnSpLocks/>
          </p:cNvCxnSpPr>
          <p:nvPr/>
        </p:nvCxnSpPr>
        <p:spPr>
          <a:xfrm>
            <a:off x="3147541" y="6340912"/>
            <a:ext cx="2117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5DADF49-4B1B-AC71-8C36-C35004BEE094}"/>
              </a:ext>
            </a:extLst>
          </p:cNvPr>
          <p:cNvCxnSpPr>
            <a:cxnSpLocks/>
          </p:cNvCxnSpPr>
          <p:nvPr/>
        </p:nvCxnSpPr>
        <p:spPr>
          <a:xfrm>
            <a:off x="3024168" y="6506733"/>
            <a:ext cx="33507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3C0FD334-761D-D912-1D21-08670E1D2E8A}"/>
              </a:ext>
            </a:extLst>
          </p:cNvPr>
          <p:cNvCxnSpPr>
            <a:cxnSpLocks/>
          </p:cNvCxnSpPr>
          <p:nvPr/>
        </p:nvCxnSpPr>
        <p:spPr>
          <a:xfrm>
            <a:off x="2904736" y="6673121"/>
            <a:ext cx="4545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FF005C8D-5E76-1B8B-2214-62019E9B1040}"/>
              </a:ext>
            </a:extLst>
          </p:cNvPr>
          <p:cNvCxnSpPr>
            <a:cxnSpLocks/>
          </p:cNvCxnSpPr>
          <p:nvPr/>
        </p:nvCxnSpPr>
        <p:spPr>
          <a:xfrm>
            <a:off x="2886075" y="6123892"/>
            <a:ext cx="459688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821208F8-3FE0-AC1B-C80E-FD20D78B59DE}"/>
              </a:ext>
            </a:extLst>
          </p:cNvPr>
          <p:cNvCxnSpPr/>
          <p:nvPr/>
        </p:nvCxnSpPr>
        <p:spPr>
          <a:xfrm>
            <a:off x="3026461" y="6205099"/>
            <a:ext cx="69730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780D872F-1646-C8B4-3D28-A065AE10E52A}"/>
              </a:ext>
            </a:extLst>
          </p:cNvPr>
          <p:cNvCxnSpPr>
            <a:cxnSpLocks/>
          </p:cNvCxnSpPr>
          <p:nvPr/>
        </p:nvCxnSpPr>
        <p:spPr>
          <a:xfrm>
            <a:off x="3020436" y="6209904"/>
            <a:ext cx="0" cy="3135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8B94ED6B-AB9B-EEDC-7DEC-3E3578D3DFCF}"/>
              </a:ext>
            </a:extLst>
          </p:cNvPr>
          <p:cNvCxnSpPr/>
          <p:nvPr/>
        </p:nvCxnSpPr>
        <p:spPr>
          <a:xfrm>
            <a:off x="2893539" y="6123892"/>
            <a:ext cx="0" cy="5756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11C911C3-06B1-BA27-0E72-8513B7FA953C}"/>
              </a:ext>
            </a:extLst>
          </p:cNvPr>
          <p:cNvGrpSpPr/>
          <p:nvPr/>
        </p:nvGrpSpPr>
        <p:grpSpPr>
          <a:xfrm>
            <a:off x="5830434" y="2831816"/>
            <a:ext cx="234557" cy="870633"/>
            <a:chOff x="6175096" y="3854324"/>
            <a:chExt cx="144932" cy="375881"/>
          </a:xfrm>
        </p:grpSpPr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5E9EAA92-B7C4-DD4B-50B7-50393C26597E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F9A305E6-83B9-53CB-E1E6-ED7E1376DC87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20A6F3B-4AFC-D39D-EB32-07F264CE6C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4A1E492F-FDFD-873C-401A-ED664BFB161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B4CB413E-FC95-91DD-71A9-E415E9DA0C6F}"/>
              </a:ext>
            </a:extLst>
          </p:cNvPr>
          <p:cNvCxnSpPr>
            <a:cxnSpLocks/>
          </p:cNvCxnSpPr>
          <p:nvPr/>
        </p:nvCxnSpPr>
        <p:spPr>
          <a:xfrm>
            <a:off x="5621061" y="3189385"/>
            <a:ext cx="2072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37C14550-6462-0A41-3B27-18A6907D7904}"/>
              </a:ext>
            </a:extLst>
          </p:cNvPr>
          <p:cNvCxnSpPr/>
          <p:nvPr/>
        </p:nvCxnSpPr>
        <p:spPr>
          <a:xfrm>
            <a:off x="5947713" y="2696243"/>
            <a:ext cx="0" cy="2308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62EF4D9E-D764-5247-28FB-BAE945716B98}"/>
              </a:ext>
            </a:extLst>
          </p:cNvPr>
          <p:cNvCxnSpPr>
            <a:cxnSpLocks/>
          </p:cNvCxnSpPr>
          <p:nvPr/>
        </p:nvCxnSpPr>
        <p:spPr>
          <a:xfrm>
            <a:off x="6069777" y="3294127"/>
            <a:ext cx="89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5DF69978-CC37-5610-DC69-A84154C64107}"/>
              </a:ext>
            </a:extLst>
          </p:cNvPr>
          <p:cNvCxnSpPr>
            <a:cxnSpLocks/>
          </p:cNvCxnSpPr>
          <p:nvPr/>
        </p:nvCxnSpPr>
        <p:spPr>
          <a:xfrm flipV="1">
            <a:off x="5734007" y="2991130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4F69D383-57D0-7010-D975-FB7C130FA504}"/>
              </a:ext>
            </a:extLst>
          </p:cNvPr>
          <p:cNvCxnSpPr>
            <a:cxnSpLocks/>
          </p:cNvCxnSpPr>
          <p:nvPr/>
        </p:nvCxnSpPr>
        <p:spPr>
          <a:xfrm flipV="1">
            <a:off x="6157677" y="3571106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82BA7206-C813-3D1D-EF15-085AE42D06BA}"/>
              </a:ext>
            </a:extLst>
          </p:cNvPr>
          <p:cNvCxnSpPr>
            <a:cxnSpLocks/>
          </p:cNvCxnSpPr>
          <p:nvPr/>
        </p:nvCxnSpPr>
        <p:spPr>
          <a:xfrm flipV="1">
            <a:off x="6151245" y="3294127"/>
            <a:ext cx="0" cy="2769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72E4A58B-D113-DF30-6FDE-AF16B5A0FA9E}"/>
              </a:ext>
            </a:extLst>
          </p:cNvPr>
          <p:cNvCxnSpPr>
            <a:cxnSpLocks/>
          </p:cNvCxnSpPr>
          <p:nvPr/>
        </p:nvCxnSpPr>
        <p:spPr>
          <a:xfrm flipV="1">
            <a:off x="5736920" y="3391695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F7769E95-3C9A-A1D0-7BAA-ED25D87EE1E8}"/>
              </a:ext>
            </a:extLst>
          </p:cNvPr>
          <p:cNvSpPr txBox="1"/>
          <p:nvPr/>
        </p:nvSpPr>
        <p:spPr>
          <a:xfrm>
            <a:off x="5029828" y="3273334"/>
            <a:ext cx="77777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/>
              <a:t>”10000000”</a:t>
            </a:r>
          </a:p>
        </p:txBody>
      </p: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BF847ED-3744-0969-7E11-0755B86A5CDF}"/>
              </a:ext>
            </a:extLst>
          </p:cNvPr>
          <p:cNvCxnSpPr/>
          <p:nvPr/>
        </p:nvCxnSpPr>
        <p:spPr>
          <a:xfrm flipH="1">
            <a:off x="5736066" y="2617769"/>
            <a:ext cx="105790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C9DB0418-00F7-DDD7-D7E7-F4610D3EEFA6}"/>
              </a:ext>
            </a:extLst>
          </p:cNvPr>
          <p:cNvCxnSpPr>
            <a:cxnSpLocks/>
          </p:cNvCxnSpPr>
          <p:nvPr/>
        </p:nvCxnSpPr>
        <p:spPr>
          <a:xfrm>
            <a:off x="5732729" y="2611094"/>
            <a:ext cx="0" cy="3829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DB22DC2B-CF41-92F4-F2B9-B6F10DE0EAE2}"/>
              </a:ext>
            </a:extLst>
          </p:cNvPr>
          <p:cNvCxnSpPr/>
          <p:nvPr/>
        </p:nvCxnSpPr>
        <p:spPr>
          <a:xfrm flipH="1">
            <a:off x="5645961" y="2404186"/>
            <a:ext cx="369764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854030FC-7D6A-E850-3E7A-0A74E2624E38}"/>
              </a:ext>
            </a:extLst>
          </p:cNvPr>
          <p:cNvCxnSpPr/>
          <p:nvPr/>
        </p:nvCxnSpPr>
        <p:spPr>
          <a:xfrm flipV="1">
            <a:off x="5649298" y="2417535"/>
            <a:ext cx="0" cy="7741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6A6C7C57-77EC-C685-E542-B85B64EC22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3334" y="4128534"/>
            <a:ext cx="503999" cy="267608"/>
          </a:xfrm>
          <a:prstGeom prst="rect">
            <a:avLst/>
          </a:prstGeom>
        </p:spPr>
      </p:pic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C6FDD443-491D-B8C9-0359-814E397D9C25}"/>
              </a:ext>
            </a:extLst>
          </p:cNvPr>
          <p:cNvCxnSpPr/>
          <p:nvPr/>
        </p:nvCxnSpPr>
        <p:spPr>
          <a:xfrm>
            <a:off x="3003853" y="4200631"/>
            <a:ext cx="17780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F75C507-0674-59E5-259C-2F94883C5048}"/>
              </a:ext>
            </a:extLst>
          </p:cNvPr>
          <p:cNvCxnSpPr/>
          <p:nvPr/>
        </p:nvCxnSpPr>
        <p:spPr>
          <a:xfrm>
            <a:off x="3003853" y="4320229"/>
            <a:ext cx="17780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7BBB30E-D888-2009-5408-9916614F6B62}"/>
              </a:ext>
            </a:extLst>
          </p:cNvPr>
          <p:cNvGrpSpPr/>
          <p:nvPr/>
        </p:nvGrpSpPr>
        <p:grpSpPr>
          <a:xfrm rot="16200000">
            <a:off x="8652972" y="3384715"/>
            <a:ext cx="405246" cy="267608"/>
            <a:chOff x="6169099" y="3766490"/>
            <a:chExt cx="533480" cy="267608"/>
          </a:xfrm>
        </p:grpSpPr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A404E675-8456-AD52-514C-9920A86819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98580" y="3766490"/>
              <a:ext cx="503999" cy="267608"/>
            </a:xfrm>
            <a:prstGeom prst="rect">
              <a:avLst/>
            </a:prstGeom>
          </p:spPr>
        </p:pic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E2589DE8-97EF-80AF-BA79-119014A37941}"/>
                </a:ext>
              </a:extLst>
            </p:cNvPr>
            <p:cNvCxnSpPr>
              <a:cxnSpLocks/>
            </p:cNvCxnSpPr>
            <p:nvPr/>
          </p:nvCxnSpPr>
          <p:spPr>
            <a:xfrm>
              <a:off x="6169099" y="3838587"/>
              <a:ext cx="177808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DD16B353-8132-284E-F417-41F2A2DEDC16}"/>
                </a:ext>
              </a:extLst>
            </p:cNvPr>
            <p:cNvCxnSpPr>
              <a:cxnSpLocks/>
            </p:cNvCxnSpPr>
            <p:nvPr/>
          </p:nvCxnSpPr>
          <p:spPr>
            <a:xfrm>
              <a:off x="6169099" y="3958185"/>
              <a:ext cx="177808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C0897BF0-6C1F-2380-907E-3CFD22113357}"/>
              </a:ext>
            </a:extLst>
          </p:cNvPr>
          <p:cNvCxnSpPr>
            <a:cxnSpLocks/>
          </p:cNvCxnSpPr>
          <p:nvPr/>
        </p:nvCxnSpPr>
        <p:spPr>
          <a:xfrm flipV="1">
            <a:off x="10987639" y="4023062"/>
            <a:ext cx="0" cy="1952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211B8BE-2D5F-DC40-493A-A011203B18F9}"/>
              </a:ext>
            </a:extLst>
          </p:cNvPr>
          <p:cNvCxnSpPr>
            <a:cxnSpLocks/>
          </p:cNvCxnSpPr>
          <p:nvPr/>
        </p:nvCxnSpPr>
        <p:spPr>
          <a:xfrm flipV="1">
            <a:off x="11051139" y="3983250"/>
            <a:ext cx="0" cy="1952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999216A-F5BD-5C3B-C483-7A84E97A2C87}"/>
              </a:ext>
            </a:extLst>
          </p:cNvPr>
          <p:cNvCxnSpPr>
            <a:cxnSpLocks/>
          </p:cNvCxnSpPr>
          <p:nvPr/>
        </p:nvCxnSpPr>
        <p:spPr>
          <a:xfrm flipV="1">
            <a:off x="10911439" y="4102848"/>
            <a:ext cx="0" cy="1952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CE17DD74-D95F-A684-5F8D-79C75CBE937A}"/>
              </a:ext>
            </a:extLst>
          </p:cNvPr>
          <p:cNvCxnSpPr/>
          <p:nvPr/>
        </p:nvCxnSpPr>
        <p:spPr>
          <a:xfrm>
            <a:off x="4876122" y="1953342"/>
            <a:ext cx="0" cy="2308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EE93D9E-E510-40BC-F5F1-AAE75522A320}"/>
              </a:ext>
            </a:extLst>
          </p:cNvPr>
          <p:cNvCxnSpPr/>
          <p:nvPr/>
        </p:nvCxnSpPr>
        <p:spPr>
          <a:xfrm>
            <a:off x="4914222" y="1990513"/>
            <a:ext cx="0" cy="2308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24CA2D82-8BE4-31B9-200E-D75DD793007C}"/>
              </a:ext>
            </a:extLst>
          </p:cNvPr>
          <p:cNvCxnSpPr/>
          <p:nvPr/>
        </p:nvCxnSpPr>
        <p:spPr>
          <a:xfrm>
            <a:off x="4965890" y="2021516"/>
            <a:ext cx="0" cy="2308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4ED870C-7DDD-18C7-6A4F-0D2CDF59EA50}"/>
              </a:ext>
            </a:extLst>
          </p:cNvPr>
          <p:cNvCxnSpPr>
            <a:cxnSpLocks/>
          </p:cNvCxnSpPr>
          <p:nvPr/>
        </p:nvCxnSpPr>
        <p:spPr>
          <a:xfrm>
            <a:off x="4372527" y="2421549"/>
            <a:ext cx="3743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71CFDDD6-C726-691B-9CA9-125BE7E5CADA}"/>
              </a:ext>
            </a:extLst>
          </p:cNvPr>
          <p:cNvSpPr txBox="1"/>
          <p:nvPr/>
        </p:nvSpPr>
        <p:spPr>
          <a:xfrm>
            <a:off x="3310209" y="1961292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NPC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B5FAFD36-E7BE-8A22-0C52-FA46F61778F0}"/>
              </a:ext>
            </a:extLst>
          </p:cNvPr>
          <p:cNvSpPr txBox="1"/>
          <p:nvPr/>
        </p:nvSpPr>
        <p:spPr>
          <a:xfrm>
            <a:off x="3313362" y="2376665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imm</a:t>
            </a:r>
            <a:endParaRPr lang="en-US" sz="900" dirty="0"/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C3290510-9088-6A3E-5DFA-AEBEB6FBD1A1}"/>
              </a:ext>
            </a:extLst>
          </p:cNvPr>
          <p:cNvCxnSpPr>
            <a:cxnSpLocks/>
          </p:cNvCxnSpPr>
          <p:nvPr/>
        </p:nvCxnSpPr>
        <p:spPr>
          <a:xfrm flipV="1">
            <a:off x="4656723" y="2579639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D9A6022-1D6D-F3DA-CC84-317FF5FD6666}"/>
              </a:ext>
            </a:extLst>
          </p:cNvPr>
          <p:cNvSpPr txBox="1"/>
          <p:nvPr/>
        </p:nvSpPr>
        <p:spPr>
          <a:xfrm>
            <a:off x="4334630" y="2461304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NPC</a:t>
            </a:r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8B5AEF34-ADB3-754B-DE80-ABD4D3F0450B}"/>
              </a:ext>
            </a:extLst>
          </p:cNvPr>
          <p:cNvGrpSpPr/>
          <p:nvPr/>
        </p:nvGrpSpPr>
        <p:grpSpPr>
          <a:xfrm>
            <a:off x="3849394" y="1970747"/>
            <a:ext cx="292770" cy="637674"/>
            <a:chOff x="1074820" y="1507958"/>
            <a:chExt cx="292770" cy="637674"/>
          </a:xfrm>
        </p:grpSpPr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1CDC5C6D-A82B-99F5-6FC5-EEDD54CCF190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A4EF0649-3BED-33BA-DD96-FB9FA511E98C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F388C33F-5E4F-4884-089C-DF42CBAA3E4C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735B5BAB-BBDC-4A8E-3A36-97A6349BBE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45C3381F-390D-C2F3-E51B-5BEF92543EE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865DD84B-4F29-10E5-2D86-6E2018D046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8DAAB301-BA98-4D82-23E6-354878570163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526219D0-7A62-A14B-B0E1-B1C20BB4E6B6}"/>
              </a:ext>
            </a:extLst>
          </p:cNvPr>
          <p:cNvCxnSpPr>
            <a:cxnSpLocks/>
          </p:cNvCxnSpPr>
          <p:nvPr/>
        </p:nvCxnSpPr>
        <p:spPr>
          <a:xfrm>
            <a:off x="3675459" y="2502142"/>
            <a:ext cx="1739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73CA6134-70D5-34FA-00BD-59378BC13DD1}"/>
              </a:ext>
            </a:extLst>
          </p:cNvPr>
          <p:cNvCxnSpPr/>
          <p:nvPr/>
        </p:nvCxnSpPr>
        <p:spPr>
          <a:xfrm>
            <a:off x="3671586" y="2077026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58EBC1B8-4825-3984-18AF-440ADACF2ABF}"/>
              </a:ext>
            </a:extLst>
          </p:cNvPr>
          <p:cNvSpPr txBox="1"/>
          <p:nvPr/>
        </p:nvSpPr>
        <p:spPr>
          <a:xfrm>
            <a:off x="3884231" y="2175559"/>
            <a:ext cx="35137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“+”</a:t>
            </a:r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0D200FF7-E333-ACB1-85A2-D9AC30E6FCDF}"/>
              </a:ext>
            </a:extLst>
          </p:cNvPr>
          <p:cNvCxnSpPr>
            <a:cxnSpLocks/>
          </p:cNvCxnSpPr>
          <p:nvPr/>
        </p:nvCxnSpPr>
        <p:spPr>
          <a:xfrm flipV="1">
            <a:off x="4634375" y="2755109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0E85AB3B-858D-5BF6-ED0E-B3C0624C86F7}"/>
              </a:ext>
            </a:extLst>
          </p:cNvPr>
          <p:cNvSpPr txBox="1"/>
          <p:nvPr/>
        </p:nvSpPr>
        <p:spPr>
          <a:xfrm>
            <a:off x="4379586" y="2641578"/>
            <a:ext cx="33214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PC</a:t>
            </a:r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663EF25C-11FE-91FB-6359-867A30C024D1}"/>
              </a:ext>
            </a:extLst>
          </p:cNvPr>
          <p:cNvCxnSpPr>
            <a:cxnSpLocks/>
          </p:cNvCxnSpPr>
          <p:nvPr/>
        </p:nvCxnSpPr>
        <p:spPr>
          <a:xfrm>
            <a:off x="4372527" y="2207613"/>
            <a:ext cx="3743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C4DF3196-3785-A9E7-1F1B-2A6EE6375854}"/>
              </a:ext>
            </a:extLst>
          </p:cNvPr>
          <p:cNvCxnSpPr>
            <a:cxnSpLocks/>
          </p:cNvCxnSpPr>
          <p:nvPr/>
        </p:nvCxnSpPr>
        <p:spPr>
          <a:xfrm>
            <a:off x="4372527" y="2207613"/>
            <a:ext cx="0" cy="213936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E418A0F2-C32C-CA49-AA0F-30FCCCAA2766}"/>
              </a:ext>
            </a:extLst>
          </p:cNvPr>
          <p:cNvCxnSpPr>
            <a:cxnSpLocks/>
          </p:cNvCxnSpPr>
          <p:nvPr/>
        </p:nvCxnSpPr>
        <p:spPr>
          <a:xfrm>
            <a:off x="4139842" y="2315754"/>
            <a:ext cx="232685" cy="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5BBDEEB3-B3C4-1244-0A2C-DEAADDC8E330}"/>
              </a:ext>
            </a:extLst>
          </p:cNvPr>
          <p:cNvSpPr txBox="1"/>
          <p:nvPr/>
        </p:nvSpPr>
        <p:spPr>
          <a:xfrm>
            <a:off x="4065844" y="1310812"/>
            <a:ext cx="6719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Not equal</a:t>
            </a:r>
          </a:p>
        </p:txBody>
      </p:sp>
    </p:spTree>
    <p:extLst>
      <p:ext uri="{BB962C8B-B14F-4D97-AF65-F5344CB8AC3E}">
        <p14:creationId xmlns:p14="http://schemas.microsoft.com/office/powerpoint/2010/main" val="1501170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129</Words>
  <Application>Microsoft Office PowerPoint</Application>
  <PresentationFormat>Widescreen</PresentationFormat>
  <Paragraphs>75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York, George W CIV USAF USAFA DF/DFEC</dc:creator>
  <cp:lastModifiedBy>York, George W CIV USAF USAFA DF/DFEC</cp:lastModifiedBy>
  <cp:revision>14</cp:revision>
  <cp:lastPrinted>2025-07-01T16:24:47Z</cp:lastPrinted>
  <dcterms:created xsi:type="dcterms:W3CDTF">2025-06-30T15:01:42Z</dcterms:created>
  <dcterms:modified xsi:type="dcterms:W3CDTF">2026-03-05T22:38:24Z</dcterms:modified>
</cp:coreProperties>
</file>